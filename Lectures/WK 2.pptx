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5" r:id="rId5"/>
  </p:sldMasterIdLst>
  <p:notesMasterIdLst>
    <p:notesMasterId r:id="rId45"/>
  </p:notesMasterIdLst>
  <p:sldIdLst>
    <p:sldId id="256" r:id="rId6"/>
    <p:sldId id="274"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73"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55F"/>
    <a:srgbClr val="E1CB93"/>
    <a:srgbClr val="E78D8F"/>
    <a:srgbClr val="777777"/>
    <a:srgbClr val="666699"/>
    <a:srgbClr val="C0C0C0"/>
    <a:srgbClr val="66FFCC"/>
    <a:srgbClr val="99FFCC"/>
    <a:srgbClr val="7F9BB2"/>
    <a:srgbClr val="00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DA38A9-20F5-D84A-902C-DB197293F770}" v="51" dt="2023-09-22T10:24:12.5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908" autoAdjust="0"/>
    <p:restoredTop sz="92173" autoAdjust="0"/>
  </p:normalViewPr>
  <p:slideViewPr>
    <p:cSldViewPr snapToGrid="0">
      <p:cViewPr varScale="1">
        <p:scale>
          <a:sx n="116" d="100"/>
          <a:sy n="116" d="100"/>
        </p:scale>
        <p:origin x="224" y="440"/>
      </p:cViewPr>
      <p:guideLst/>
    </p:cSldViewPr>
  </p:slideViewPr>
  <p:outlineViewPr>
    <p:cViewPr>
      <p:scale>
        <a:sx n="30" d="100"/>
        <a:sy n="30"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heme" Target="theme/theme1.xml"/><Relationship Id="rId8" Type="http://schemas.openxmlformats.org/officeDocument/2006/relationships/slide" Target="slides/slide3.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Mitchell (PGR)" userId="b9bb6c93-84e7-41da-863e-f9c995c6f935" providerId="ADAL" clId="{B4DA38A9-20F5-D84A-902C-DB197293F770}"/>
    <pc:docChg chg="undo custSel addSld modSld">
      <pc:chgData name="Daniel Mitchell (PGR)" userId="b9bb6c93-84e7-41da-863e-f9c995c6f935" providerId="ADAL" clId="{B4DA38A9-20F5-D84A-902C-DB197293F770}" dt="2023-09-22T10:24:34.461" v="1417"/>
      <pc:docMkLst>
        <pc:docMk/>
      </pc:docMkLst>
      <pc:sldChg chg="addSp modSp mod">
        <pc:chgData name="Daniel Mitchell (PGR)" userId="b9bb6c93-84e7-41da-863e-f9c995c6f935" providerId="ADAL" clId="{B4DA38A9-20F5-D84A-902C-DB197293F770}" dt="2023-09-22T09:45:08.112" v="220" actId="207"/>
        <pc:sldMkLst>
          <pc:docMk/>
          <pc:sldMk cId="0" sldId="260"/>
        </pc:sldMkLst>
        <pc:spChg chg="mod">
          <ac:chgData name="Daniel Mitchell (PGR)" userId="b9bb6c93-84e7-41da-863e-f9c995c6f935" providerId="ADAL" clId="{B4DA38A9-20F5-D84A-902C-DB197293F770}" dt="2023-09-22T09:44:03.381" v="75" actId="1035"/>
          <ac:spMkLst>
            <pc:docMk/>
            <pc:sldMk cId="0" sldId="260"/>
            <ac:spMk id="2" creationId="{E904FF68-4232-6058-D44B-B16CB0FC720B}"/>
          </ac:spMkLst>
        </pc:spChg>
        <pc:spChg chg="mod">
          <ac:chgData name="Daniel Mitchell (PGR)" userId="b9bb6c93-84e7-41da-863e-f9c995c6f935" providerId="ADAL" clId="{B4DA38A9-20F5-D84A-902C-DB197293F770}" dt="2023-09-22T09:44:03.381" v="75" actId="1035"/>
          <ac:spMkLst>
            <pc:docMk/>
            <pc:sldMk cId="0" sldId="260"/>
            <ac:spMk id="3" creationId="{21D19A24-CE68-0637-CA0F-CEFDFD10795E}"/>
          </ac:spMkLst>
        </pc:spChg>
        <pc:spChg chg="add mod">
          <ac:chgData name="Daniel Mitchell (PGR)" userId="b9bb6c93-84e7-41da-863e-f9c995c6f935" providerId="ADAL" clId="{B4DA38A9-20F5-D84A-902C-DB197293F770}" dt="2023-09-22T09:45:08.112" v="220" actId="207"/>
          <ac:spMkLst>
            <pc:docMk/>
            <pc:sldMk cId="0" sldId="260"/>
            <ac:spMk id="4" creationId="{C0710BDA-C3A3-A53A-EB33-62E9AF6A8D1B}"/>
          </ac:spMkLst>
        </pc:spChg>
        <pc:spChg chg="mod">
          <ac:chgData name="Daniel Mitchell (PGR)" userId="b9bb6c93-84e7-41da-863e-f9c995c6f935" providerId="ADAL" clId="{B4DA38A9-20F5-D84A-902C-DB197293F770}" dt="2023-09-22T09:43:59.441" v="65" actId="1035"/>
          <ac:spMkLst>
            <pc:docMk/>
            <pc:sldMk cId="0" sldId="260"/>
            <ac:spMk id="153" creationId="{00000000-0000-0000-0000-000000000000}"/>
          </ac:spMkLst>
        </pc:spChg>
      </pc:sldChg>
      <pc:sldChg chg="addSp modSp mod">
        <pc:chgData name="Daniel Mitchell (PGR)" userId="b9bb6c93-84e7-41da-863e-f9c995c6f935" providerId="ADAL" clId="{B4DA38A9-20F5-D84A-902C-DB197293F770}" dt="2023-09-22T09:49:17.658" v="462" actId="20577"/>
        <pc:sldMkLst>
          <pc:docMk/>
          <pc:sldMk cId="0" sldId="261"/>
        </pc:sldMkLst>
        <pc:spChg chg="add mod">
          <ac:chgData name="Daniel Mitchell (PGR)" userId="b9bb6c93-84e7-41da-863e-f9c995c6f935" providerId="ADAL" clId="{B4DA38A9-20F5-D84A-902C-DB197293F770}" dt="2023-09-22T09:49:17.658" v="462" actId="20577"/>
          <ac:spMkLst>
            <pc:docMk/>
            <pc:sldMk cId="0" sldId="261"/>
            <ac:spMk id="2" creationId="{5550EDC2-5B6D-69C7-2DD3-66D1BA372DFF}"/>
          </ac:spMkLst>
        </pc:spChg>
        <pc:spChg chg="add mod">
          <ac:chgData name="Daniel Mitchell (PGR)" userId="b9bb6c93-84e7-41da-863e-f9c995c6f935" providerId="ADAL" clId="{B4DA38A9-20F5-D84A-902C-DB197293F770}" dt="2023-09-22T09:48:49.887" v="459" actId="1076"/>
          <ac:spMkLst>
            <pc:docMk/>
            <pc:sldMk cId="0" sldId="261"/>
            <ac:spMk id="5" creationId="{54E99487-B93C-8C27-41FC-239181D21F09}"/>
          </ac:spMkLst>
        </pc:spChg>
        <pc:picChg chg="add mod">
          <ac:chgData name="Daniel Mitchell (PGR)" userId="b9bb6c93-84e7-41da-863e-f9c995c6f935" providerId="ADAL" clId="{B4DA38A9-20F5-D84A-902C-DB197293F770}" dt="2023-09-22T09:48:53.472" v="460" actId="1076"/>
          <ac:picMkLst>
            <pc:docMk/>
            <pc:sldMk cId="0" sldId="261"/>
            <ac:picMk id="4" creationId="{24F98E96-A3AC-85C5-0732-C424312C9E2F}"/>
          </ac:picMkLst>
        </pc:picChg>
      </pc:sldChg>
      <pc:sldChg chg="addSp modSp mod modClrScheme chgLayout">
        <pc:chgData name="Daniel Mitchell (PGR)" userId="b9bb6c93-84e7-41da-863e-f9c995c6f935" providerId="ADAL" clId="{B4DA38A9-20F5-D84A-902C-DB197293F770}" dt="2023-09-22T10:18:39.598" v="1238" actId="1076"/>
        <pc:sldMkLst>
          <pc:docMk/>
          <pc:sldMk cId="0" sldId="265"/>
        </pc:sldMkLst>
        <pc:spChg chg="mod">
          <ac:chgData name="Daniel Mitchell (PGR)" userId="b9bb6c93-84e7-41da-863e-f9c995c6f935" providerId="ADAL" clId="{B4DA38A9-20F5-D84A-902C-DB197293F770}" dt="2023-09-22T10:18:33.322" v="1235" actId="26606"/>
          <ac:spMkLst>
            <pc:docMk/>
            <pc:sldMk cId="0" sldId="265"/>
            <ac:spMk id="170" creationId="{00000000-0000-0000-0000-000000000000}"/>
          </ac:spMkLst>
        </pc:spChg>
        <pc:spChg chg="mod">
          <ac:chgData name="Daniel Mitchell (PGR)" userId="b9bb6c93-84e7-41da-863e-f9c995c6f935" providerId="ADAL" clId="{B4DA38A9-20F5-D84A-902C-DB197293F770}" dt="2023-09-22T10:18:33.322" v="1235" actId="26606"/>
          <ac:spMkLst>
            <pc:docMk/>
            <pc:sldMk cId="0" sldId="265"/>
            <ac:spMk id="171" creationId="{00000000-0000-0000-0000-000000000000}"/>
          </ac:spMkLst>
        </pc:spChg>
        <pc:picChg chg="add mod ord">
          <ac:chgData name="Daniel Mitchell (PGR)" userId="b9bb6c93-84e7-41da-863e-f9c995c6f935" providerId="ADAL" clId="{B4DA38A9-20F5-D84A-902C-DB197293F770}" dt="2023-09-22T10:18:39.598" v="1238" actId="1076"/>
          <ac:picMkLst>
            <pc:docMk/>
            <pc:sldMk cId="0" sldId="265"/>
            <ac:picMk id="3074" creationId="{6E3FCDAE-DAF8-5FE6-6D9B-ABBA36F240D6}"/>
          </ac:picMkLst>
        </pc:picChg>
      </pc:sldChg>
      <pc:sldChg chg="addSp delSp modSp mod">
        <pc:chgData name="Daniel Mitchell (PGR)" userId="b9bb6c93-84e7-41da-863e-f9c995c6f935" providerId="ADAL" clId="{B4DA38A9-20F5-D84A-902C-DB197293F770}" dt="2023-09-22T09:55:46.169" v="704"/>
        <pc:sldMkLst>
          <pc:docMk/>
          <pc:sldMk cId="0" sldId="266"/>
        </pc:sldMkLst>
        <pc:spChg chg="add del">
          <ac:chgData name="Daniel Mitchell (PGR)" userId="b9bb6c93-84e7-41da-863e-f9c995c6f935" providerId="ADAL" clId="{B4DA38A9-20F5-D84A-902C-DB197293F770}" dt="2023-09-22T09:51:35.882" v="491"/>
          <ac:spMkLst>
            <pc:docMk/>
            <pc:sldMk cId="0" sldId="266"/>
            <ac:spMk id="2" creationId="{5BB2DB54-FD5F-D5FB-4619-7FD19CEDFC90}"/>
          </ac:spMkLst>
        </pc:spChg>
        <pc:spChg chg="add del">
          <ac:chgData name="Daniel Mitchell (PGR)" userId="b9bb6c93-84e7-41da-863e-f9c995c6f935" providerId="ADAL" clId="{B4DA38A9-20F5-D84A-902C-DB197293F770}" dt="2023-09-22T09:53:44.227" v="504" actId="478"/>
          <ac:spMkLst>
            <pc:docMk/>
            <pc:sldMk cId="0" sldId="266"/>
            <ac:spMk id="6" creationId="{3DE6BB1B-2786-C5BA-DD28-3C3759FA3E00}"/>
          </ac:spMkLst>
        </pc:spChg>
        <pc:spChg chg="add mod">
          <ac:chgData name="Daniel Mitchell (PGR)" userId="b9bb6c93-84e7-41da-863e-f9c995c6f935" providerId="ADAL" clId="{B4DA38A9-20F5-D84A-902C-DB197293F770}" dt="2023-09-22T09:54:00.227" v="507" actId="207"/>
          <ac:spMkLst>
            <pc:docMk/>
            <pc:sldMk cId="0" sldId="266"/>
            <ac:spMk id="7" creationId="{D136A86D-374F-BA2B-2E61-16160529145E}"/>
          </ac:spMkLst>
        </pc:spChg>
        <pc:spChg chg="add del mod">
          <ac:chgData name="Daniel Mitchell (PGR)" userId="b9bb6c93-84e7-41da-863e-f9c995c6f935" providerId="ADAL" clId="{B4DA38A9-20F5-D84A-902C-DB197293F770}" dt="2023-09-22T09:55:46.169" v="704"/>
          <ac:spMkLst>
            <pc:docMk/>
            <pc:sldMk cId="0" sldId="266"/>
            <ac:spMk id="8" creationId="{7A978B83-84CE-003B-B1C9-2F6CF9A1F0F3}"/>
          </ac:spMkLst>
        </pc:spChg>
        <pc:spChg chg="add mod">
          <ac:chgData name="Daniel Mitchell (PGR)" userId="b9bb6c93-84e7-41da-863e-f9c995c6f935" providerId="ADAL" clId="{B4DA38A9-20F5-D84A-902C-DB197293F770}" dt="2023-09-22T09:55:43.493" v="702" actId="1076"/>
          <ac:spMkLst>
            <pc:docMk/>
            <pc:sldMk cId="0" sldId="266"/>
            <ac:spMk id="9" creationId="{F4C775F6-DF90-7B66-66A5-A7A5002FEF13}"/>
          </ac:spMkLst>
        </pc:spChg>
        <pc:spChg chg="mod">
          <ac:chgData name="Daniel Mitchell (PGR)" userId="b9bb6c93-84e7-41da-863e-f9c995c6f935" providerId="ADAL" clId="{B4DA38A9-20F5-D84A-902C-DB197293F770}" dt="2023-09-22T09:51:30.885" v="489" actId="1035"/>
          <ac:spMkLst>
            <pc:docMk/>
            <pc:sldMk cId="0" sldId="266"/>
            <ac:spMk id="173" creationId="{00000000-0000-0000-0000-000000000000}"/>
          </ac:spMkLst>
        </pc:spChg>
        <pc:spChg chg="mod">
          <ac:chgData name="Daniel Mitchell (PGR)" userId="b9bb6c93-84e7-41da-863e-f9c995c6f935" providerId="ADAL" clId="{B4DA38A9-20F5-D84A-902C-DB197293F770}" dt="2023-09-22T09:51:30.885" v="489" actId="1035"/>
          <ac:spMkLst>
            <pc:docMk/>
            <pc:sldMk cId="0" sldId="266"/>
            <ac:spMk id="174" creationId="{00000000-0000-0000-0000-000000000000}"/>
          </ac:spMkLst>
        </pc:spChg>
        <pc:picChg chg="add mod">
          <ac:chgData name="Daniel Mitchell (PGR)" userId="b9bb6c93-84e7-41da-863e-f9c995c6f935" providerId="ADAL" clId="{B4DA38A9-20F5-D84A-902C-DB197293F770}" dt="2023-09-22T09:53:30.628" v="501" actId="1076"/>
          <ac:picMkLst>
            <pc:docMk/>
            <pc:sldMk cId="0" sldId="266"/>
            <ac:picMk id="3" creationId="{3FB1AB6B-EB86-B8BB-B19F-9A42B20533BD}"/>
          </ac:picMkLst>
        </pc:picChg>
        <pc:picChg chg="add mod">
          <ac:chgData name="Daniel Mitchell (PGR)" userId="b9bb6c93-84e7-41da-863e-f9c995c6f935" providerId="ADAL" clId="{B4DA38A9-20F5-D84A-902C-DB197293F770}" dt="2023-09-22T09:53:32.171" v="502" actId="1076"/>
          <ac:picMkLst>
            <pc:docMk/>
            <pc:sldMk cId="0" sldId="266"/>
            <ac:picMk id="5" creationId="{DE2A715B-6029-E70C-64A2-A99886E2C1EA}"/>
          </ac:picMkLst>
        </pc:picChg>
      </pc:sldChg>
      <pc:sldChg chg="addSp delSp modSp mod">
        <pc:chgData name="Daniel Mitchell (PGR)" userId="b9bb6c93-84e7-41da-863e-f9c995c6f935" providerId="ADAL" clId="{B4DA38A9-20F5-D84A-902C-DB197293F770}" dt="2023-09-22T10:24:34.461" v="1417"/>
        <pc:sldMkLst>
          <pc:docMk/>
          <pc:sldMk cId="0" sldId="270"/>
        </pc:sldMkLst>
        <pc:spChg chg="add mod">
          <ac:chgData name="Daniel Mitchell (PGR)" userId="b9bb6c93-84e7-41da-863e-f9c995c6f935" providerId="ADAL" clId="{B4DA38A9-20F5-D84A-902C-DB197293F770}" dt="2023-09-22T10:23:59.429" v="1347" actId="554"/>
          <ac:spMkLst>
            <pc:docMk/>
            <pc:sldMk cId="0" sldId="270"/>
            <ac:spMk id="13" creationId="{54E1567E-1BA2-C793-B462-B029DC7C4196}"/>
          </ac:spMkLst>
        </pc:spChg>
        <pc:spChg chg="add mod">
          <ac:chgData name="Daniel Mitchell (PGR)" userId="b9bb6c93-84e7-41da-863e-f9c995c6f935" providerId="ADAL" clId="{B4DA38A9-20F5-D84A-902C-DB197293F770}" dt="2023-09-22T10:23:59.429" v="1347" actId="554"/>
          <ac:spMkLst>
            <pc:docMk/>
            <pc:sldMk cId="0" sldId="270"/>
            <ac:spMk id="14" creationId="{FAD404F5-63A0-60D5-230A-7DBA3ACCEFAC}"/>
          </ac:spMkLst>
        </pc:spChg>
        <pc:spChg chg="add mod">
          <ac:chgData name="Daniel Mitchell (PGR)" userId="b9bb6c93-84e7-41da-863e-f9c995c6f935" providerId="ADAL" clId="{B4DA38A9-20F5-D84A-902C-DB197293F770}" dt="2023-09-22T10:23:59.429" v="1347" actId="554"/>
          <ac:spMkLst>
            <pc:docMk/>
            <pc:sldMk cId="0" sldId="270"/>
            <ac:spMk id="15" creationId="{36AA7F07-FE81-3BD9-9147-7FFA7AB67B42}"/>
          </ac:spMkLst>
        </pc:spChg>
        <pc:spChg chg="add mod">
          <ac:chgData name="Daniel Mitchell (PGR)" userId="b9bb6c93-84e7-41da-863e-f9c995c6f935" providerId="ADAL" clId="{B4DA38A9-20F5-D84A-902C-DB197293F770}" dt="2023-09-22T10:23:59.429" v="1347" actId="554"/>
          <ac:spMkLst>
            <pc:docMk/>
            <pc:sldMk cId="0" sldId="270"/>
            <ac:spMk id="16" creationId="{600A96AF-F762-0514-C31F-DA57FB1D920E}"/>
          </ac:spMkLst>
        </pc:spChg>
        <pc:spChg chg="add del mod">
          <ac:chgData name="Daniel Mitchell (PGR)" userId="b9bb6c93-84e7-41da-863e-f9c995c6f935" providerId="ADAL" clId="{B4DA38A9-20F5-D84A-902C-DB197293F770}" dt="2023-09-22T10:24:34.461" v="1417"/>
          <ac:spMkLst>
            <pc:docMk/>
            <pc:sldMk cId="0" sldId="270"/>
            <ac:spMk id="18" creationId="{9F94E2D9-A2C5-BDF2-9228-CFD04E840182}"/>
          </ac:spMkLst>
        </pc:spChg>
        <pc:spChg chg="add mod">
          <ac:chgData name="Daniel Mitchell (PGR)" userId="b9bb6c93-84e7-41da-863e-f9c995c6f935" providerId="ADAL" clId="{B4DA38A9-20F5-D84A-902C-DB197293F770}" dt="2023-09-22T10:24:31.351" v="1415" actId="1076"/>
          <ac:spMkLst>
            <pc:docMk/>
            <pc:sldMk cId="0" sldId="270"/>
            <ac:spMk id="19" creationId="{2B4E710C-2B22-4C88-617A-0CCDC04A35DC}"/>
          </ac:spMkLst>
        </pc:spChg>
        <pc:spChg chg="mod">
          <ac:chgData name="Daniel Mitchell (PGR)" userId="b9bb6c93-84e7-41da-863e-f9c995c6f935" providerId="ADAL" clId="{B4DA38A9-20F5-D84A-902C-DB197293F770}" dt="2023-09-22T10:20:16.945" v="1264" actId="1038"/>
          <ac:spMkLst>
            <pc:docMk/>
            <pc:sldMk cId="0" sldId="270"/>
            <ac:spMk id="190" creationId="{00000000-0000-0000-0000-000000000000}"/>
          </ac:spMkLst>
        </pc:spChg>
        <pc:picChg chg="add del mod">
          <ac:chgData name="Daniel Mitchell (PGR)" userId="b9bb6c93-84e7-41da-863e-f9c995c6f935" providerId="ADAL" clId="{B4DA38A9-20F5-D84A-902C-DB197293F770}" dt="2023-09-22T10:21:36.940" v="1265" actId="478"/>
          <ac:picMkLst>
            <pc:docMk/>
            <pc:sldMk cId="0" sldId="270"/>
            <ac:picMk id="4098" creationId="{54910927-9692-2FC6-AF48-994CC3D5F944}"/>
          </ac:picMkLst>
        </pc:picChg>
        <pc:picChg chg="add mod">
          <ac:chgData name="Daniel Mitchell (PGR)" userId="b9bb6c93-84e7-41da-863e-f9c995c6f935" providerId="ADAL" clId="{B4DA38A9-20F5-D84A-902C-DB197293F770}" dt="2023-09-22T10:21:44.973" v="1268" actId="14100"/>
          <ac:picMkLst>
            <pc:docMk/>
            <pc:sldMk cId="0" sldId="270"/>
            <ac:picMk id="4100" creationId="{D131AE2E-B085-18BB-015C-151E55C14D03}"/>
          </ac:picMkLst>
        </pc:picChg>
        <pc:cxnChg chg="add mod">
          <ac:chgData name="Daniel Mitchell (PGR)" userId="b9bb6c93-84e7-41da-863e-f9c995c6f935" providerId="ADAL" clId="{B4DA38A9-20F5-D84A-902C-DB197293F770}" dt="2023-09-22T10:22:24.854" v="1272" actId="14100"/>
          <ac:cxnSpMkLst>
            <pc:docMk/>
            <pc:sldMk cId="0" sldId="270"/>
            <ac:cxnSpMk id="2" creationId="{1991168B-C6E7-101E-E225-D6E8BAB60395}"/>
          </ac:cxnSpMkLst>
        </pc:cxnChg>
        <pc:cxnChg chg="add mod">
          <ac:chgData name="Daniel Mitchell (PGR)" userId="b9bb6c93-84e7-41da-863e-f9c995c6f935" providerId="ADAL" clId="{B4DA38A9-20F5-D84A-902C-DB197293F770}" dt="2023-09-22T10:23:25.570" v="1330" actId="14100"/>
          <ac:cxnSpMkLst>
            <pc:docMk/>
            <pc:sldMk cId="0" sldId="270"/>
            <ac:cxnSpMk id="5" creationId="{CAA4A0B8-AE2E-DEEE-1822-8EA123416350}"/>
          </ac:cxnSpMkLst>
        </pc:cxnChg>
        <pc:cxnChg chg="add mod">
          <ac:chgData name="Daniel Mitchell (PGR)" userId="b9bb6c93-84e7-41da-863e-f9c995c6f935" providerId="ADAL" clId="{B4DA38A9-20F5-D84A-902C-DB197293F770}" dt="2023-09-22T10:22:36.991" v="1278" actId="14100"/>
          <ac:cxnSpMkLst>
            <pc:docMk/>
            <pc:sldMk cId="0" sldId="270"/>
            <ac:cxnSpMk id="8" creationId="{078B7C33-3481-294F-65AE-269296FA9C84}"/>
          </ac:cxnSpMkLst>
        </pc:cxnChg>
        <pc:cxnChg chg="add mod">
          <ac:chgData name="Daniel Mitchell (PGR)" userId="b9bb6c93-84e7-41da-863e-f9c995c6f935" providerId="ADAL" clId="{B4DA38A9-20F5-D84A-902C-DB197293F770}" dt="2023-09-22T10:22:43.726" v="1281" actId="14100"/>
          <ac:cxnSpMkLst>
            <pc:docMk/>
            <pc:sldMk cId="0" sldId="270"/>
            <ac:cxnSpMk id="11" creationId="{10737F05-70CA-5E57-4B2C-E56F2EACC1BA}"/>
          </ac:cxnSpMkLst>
        </pc:cxnChg>
      </pc:sldChg>
      <pc:sldChg chg="addSp delSp modSp mod">
        <pc:chgData name="Daniel Mitchell (PGR)" userId="b9bb6c93-84e7-41da-863e-f9c995c6f935" providerId="ADAL" clId="{B4DA38A9-20F5-D84A-902C-DB197293F770}" dt="2023-09-22T10:17:23.279" v="1232" actId="1035"/>
        <pc:sldMkLst>
          <pc:docMk/>
          <pc:sldMk cId="0" sldId="274"/>
        </pc:sldMkLst>
        <pc:spChg chg="add mod">
          <ac:chgData name="Daniel Mitchell (PGR)" userId="b9bb6c93-84e7-41da-863e-f9c995c6f935" providerId="ADAL" clId="{B4DA38A9-20F5-D84A-902C-DB197293F770}" dt="2023-09-22T10:17:23.279" v="1232" actId="1035"/>
          <ac:spMkLst>
            <pc:docMk/>
            <pc:sldMk cId="0" sldId="274"/>
            <ac:spMk id="2" creationId="{30C287E9-C3BD-55E0-36E3-6364B04000E1}"/>
          </ac:spMkLst>
        </pc:spChg>
        <pc:spChg chg="mod">
          <ac:chgData name="Daniel Mitchell (PGR)" userId="b9bb6c93-84e7-41da-863e-f9c995c6f935" providerId="ADAL" clId="{B4DA38A9-20F5-D84A-902C-DB197293F770}" dt="2023-09-22T10:16:19.939" v="1177" actId="1036"/>
          <ac:spMkLst>
            <pc:docMk/>
            <pc:sldMk cId="0" sldId="274"/>
            <ac:spMk id="137" creationId="{00000000-0000-0000-0000-000000000000}"/>
          </ac:spMkLst>
        </pc:spChg>
        <pc:spChg chg="mod">
          <ac:chgData name="Daniel Mitchell (PGR)" userId="b9bb6c93-84e7-41da-863e-f9c995c6f935" providerId="ADAL" clId="{B4DA38A9-20F5-D84A-902C-DB197293F770}" dt="2023-09-22T10:16:19.939" v="1177" actId="1036"/>
          <ac:spMkLst>
            <pc:docMk/>
            <pc:sldMk cId="0" sldId="274"/>
            <ac:spMk id="138" creationId="{00000000-0000-0000-0000-000000000000}"/>
          </ac:spMkLst>
        </pc:spChg>
        <pc:picChg chg="add del mod">
          <ac:chgData name="Daniel Mitchell (PGR)" userId="b9bb6c93-84e7-41da-863e-f9c995c6f935" providerId="ADAL" clId="{B4DA38A9-20F5-D84A-902C-DB197293F770}" dt="2023-09-22T10:15:50.007" v="1147" actId="478"/>
          <ac:picMkLst>
            <pc:docMk/>
            <pc:sldMk cId="0" sldId="274"/>
            <ac:picMk id="2050" creationId="{B547CFBD-2707-61A4-80E7-AB97091F6133}"/>
          </ac:picMkLst>
        </pc:picChg>
        <pc:picChg chg="add mod">
          <ac:chgData name="Daniel Mitchell (PGR)" userId="b9bb6c93-84e7-41da-863e-f9c995c6f935" providerId="ADAL" clId="{B4DA38A9-20F5-D84A-902C-DB197293F770}" dt="2023-09-22T10:16:26.706" v="1178" actId="1076"/>
          <ac:picMkLst>
            <pc:docMk/>
            <pc:sldMk cId="0" sldId="274"/>
            <ac:picMk id="2052" creationId="{F04553E2-44D7-A8E8-CECC-8F434D1B5C81}"/>
          </ac:picMkLst>
        </pc:picChg>
      </pc:sldChg>
      <pc:sldChg chg="addSp modSp mod">
        <pc:chgData name="Daniel Mitchell (PGR)" userId="b9bb6c93-84e7-41da-863e-f9c995c6f935" providerId="ADAL" clId="{B4DA38A9-20F5-D84A-902C-DB197293F770}" dt="2023-09-22T10:00:18.222" v="790" actId="20577"/>
        <pc:sldMkLst>
          <pc:docMk/>
          <pc:sldMk cId="0" sldId="282"/>
        </pc:sldMkLst>
        <pc:spChg chg="add mod">
          <ac:chgData name="Daniel Mitchell (PGR)" userId="b9bb6c93-84e7-41da-863e-f9c995c6f935" providerId="ADAL" clId="{B4DA38A9-20F5-D84A-902C-DB197293F770}" dt="2023-09-22T10:00:18.222" v="790" actId="20577"/>
          <ac:spMkLst>
            <pc:docMk/>
            <pc:sldMk cId="0" sldId="282"/>
            <ac:spMk id="2" creationId="{B40F1509-D6E6-05A0-2CA0-F9164B0179C7}"/>
          </ac:spMkLst>
        </pc:spChg>
        <pc:cxnChg chg="add mod">
          <ac:chgData name="Daniel Mitchell (PGR)" userId="b9bb6c93-84e7-41da-863e-f9c995c6f935" providerId="ADAL" clId="{B4DA38A9-20F5-D84A-902C-DB197293F770}" dt="2023-09-22T10:00:09.360" v="789" actId="14100"/>
          <ac:cxnSpMkLst>
            <pc:docMk/>
            <pc:sldMk cId="0" sldId="282"/>
            <ac:cxnSpMk id="4" creationId="{200ED397-F01E-9B9E-6E07-65B2EC11DE29}"/>
          </ac:cxnSpMkLst>
        </pc:cxnChg>
      </pc:sldChg>
      <pc:sldChg chg="addSp modSp mod">
        <pc:chgData name="Daniel Mitchell (PGR)" userId="b9bb6c93-84e7-41da-863e-f9c995c6f935" providerId="ADAL" clId="{B4DA38A9-20F5-D84A-902C-DB197293F770}" dt="2023-09-22T10:05:03.242" v="1122" actId="20577"/>
        <pc:sldMkLst>
          <pc:docMk/>
          <pc:sldMk cId="0" sldId="289"/>
        </pc:sldMkLst>
        <pc:spChg chg="add mod">
          <ac:chgData name="Daniel Mitchell (PGR)" userId="b9bb6c93-84e7-41da-863e-f9c995c6f935" providerId="ADAL" clId="{B4DA38A9-20F5-D84A-902C-DB197293F770}" dt="2023-09-22T10:04:34.284" v="1103" actId="14100"/>
          <ac:spMkLst>
            <pc:docMk/>
            <pc:sldMk cId="0" sldId="289"/>
            <ac:spMk id="2" creationId="{E43E4692-D19A-F2FF-F359-AD2B8E9D8321}"/>
          </ac:spMkLst>
        </pc:spChg>
        <pc:spChg chg="add mod">
          <ac:chgData name="Daniel Mitchell (PGR)" userId="b9bb6c93-84e7-41da-863e-f9c995c6f935" providerId="ADAL" clId="{B4DA38A9-20F5-D84A-902C-DB197293F770}" dt="2023-09-22T10:05:03.242" v="1122" actId="20577"/>
          <ac:spMkLst>
            <pc:docMk/>
            <pc:sldMk cId="0" sldId="289"/>
            <ac:spMk id="3" creationId="{07D48716-D3D2-630F-6408-9B108E1C443E}"/>
          </ac:spMkLst>
        </pc:spChg>
        <pc:spChg chg="mod">
          <ac:chgData name="Daniel Mitchell (PGR)" userId="b9bb6c93-84e7-41da-863e-f9c995c6f935" providerId="ADAL" clId="{B4DA38A9-20F5-D84A-902C-DB197293F770}" dt="2023-09-22T10:02:41.705" v="815" actId="1037"/>
          <ac:spMkLst>
            <pc:docMk/>
            <pc:sldMk cId="0" sldId="289"/>
            <ac:spMk id="255" creationId="{00000000-0000-0000-0000-000000000000}"/>
          </ac:spMkLst>
        </pc:spChg>
      </pc:sldChg>
      <pc:sldChg chg="modSp mod">
        <pc:chgData name="Daniel Mitchell (PGR)" userId="b9bb6c93-84e7-41da-863e-f9c995c6f935" providerId="ADAL" clId="{B4DA38A9-20F5-D84A-902C-DB197293F770}" dt="2023-09-22T10:12:01.437" v="1142" actId="20577"/>
        <pc:sldMkLst>
          <pc:docMk/>
          <pc:sldMk cId="0" sldId="292"/>
        </pc:sldMkLst>
        <pc:spChg chg="mod">
          <ac:chgData name="Daniel Mitchell (PGR)" userId="b9bb6c93-84e7-41da-863e-f9c995c6f935" providerId="ADAL" clId="{B4DA38A9-20F5-D84A-902C-DB197293F770}" dt="2023-09-22T10:12:01.437" v="1142" actId="20577"/>
          <ac:spMkLst>
            <pc:docMk/>
            <pc:sldMk cId="0" sldId="292"/>
            <ac:spMk id="264" creationId="{00000000-0000-0000-0000-000000000000}"/>
          </ac:spMkLst>
        </pc:spChg>
      </pc:sldChg>
      <pc:sldChg chg="addSp delSp modSp add mod setBg delDesignElem">
        <pc:chgData name="Daniel Mitchell (PGR)" userId="b9bb6c93-84e7-41da-863e-f9c995c6f935" providerId="ADAL" clId="{B4DA38A9-20F5-D84A-902C-DB197293F770}" dt="2023-09-20T13:42:35.621" v="27" actId="1037"/>
        <pc:sldMkLst>
          <pc:docMk/>
          <pc:sldMk cId="1163011271" sldId="294"/>
        </pc:sldMkLst>
        <pc:spChg chg="mod">
          <ac:chgData name="Daniel Mitchell (PGR)" userId="b9bb6c93-84e7-41da-863e-f9c995c6f935" providerId="ADAL" clId="{B4DA38A9-20F5-D84A-902C-DB197293F770}" dt="2023-09-20T13:41:58.352" v="12" actId="166"/>
          <ac:spMkLst>
            <pc:docMk/>
            <pc:sldMk cId="1163011271" sldId="294"/>
            <ac:spMk id="2" creationId="{6728107F-8DDF-8472-D77E-23AFF8FB4518}"/>
          </ac:spMkLst>
        </pc:spChg>
        <pc:spChg chg="add mod">
          <ac:chgData name="Daniel Mitchell (PGR)" userId="b9bb6c93-84e7-41da-863e-f9c995c6f935" providerId="ADAL" clId="{B4DA38A9-20F5-D84A-902C-DB197293F770}" dt="2023-09-20T13:42:18.712" v="19" actId="167"/>
          <ac:spMkLst>
            <pc:docMk/>
            <pc:sldMk cId="1163011271" sldId="294"/>
            <ac:spMk id="7" creationId="{A70ABF1F-E77A-11E9-41E1-48C98C6BB36F}"/>
          </ac:spMkLst>
        </pc:spChg>
        <pc:spChg chg="mod">
          <ac:chgData name="Daniel Mitchell (PGR)" userId="b9bb6c93-84e7-41da-863e-f9c995c6f935" providerId="ADAL" clId="{B4DA38A9-20F5-D84A-902C-DB197293F770}" dt="2023-09-20T13:42:07.885" v="15" actId="207"/>
          <ac:spMkLst>
            <pc:docMk/>
            <pc:sldMk cId="1163011271" sldId="294"/>
            <ac:spMk id="8" creationId="{D24D1F63-8E45-FD34-2DF0-0424C62D660C}"/>
          </ac:spMkLst>
        </pc:spChg>
        <pc:spChg chg="add mod">
          <ac:chgData name="Daniel Mitchell (PGR)" userId="b9bb6c93-84e7-41da-863e-f9c995c6f935" providerId="ADAL" clId="{B4DA38A9-20F5-D84A-902C-DB197293F770}" dt="2023-09-20T13:42:35.621" v="27" actId="1037"/>
          <ac:spMkLst>
            <pc:docMk/>
            <pc:sldMk cId="1163011271" sldId="294"/>
            <ac:spMk id="9" creationId="{19884461-06F0-43C9-2600-369B27D87462}"/>
          </ac:spMkLst>
        </pc:spChg>
        <pc:spChg chg="add mod">
          <ac:chgData name="Daniel Mitchell (PGR)" userId="b9bb6c93-84e7-41da-863e-f9c995c6f935" providerId="ADAL" clId="{B4DA38A9-20F5-D84A-902C-DB197293F770}" dt="2023-09-20T13:42:22.795" v="20" actId="14100"/>
          <ac:spMkLst>
            <pc:docMk/>
            <pc:sldMk cId="1163011271" sldId="294"/>
            <ac:spMk id="10" creationId="{AD09798C-DA30-FD84-E802-A0A8323C91AD}"/>
          </ac:spMkLst>
        </pc:spChg>
        <pc:spChg chg="del">
          <ac:chgData name="Daniel Mitchell (PGR)" userId="b9bb6c93-84e7-41da-863e-f9c995c6f935" providerId="ADAL" clId="{B4DA38A9-20F5-D84A-902C-DB197293F770}" dt="2023-09-20T13:40:45.661" v="1"/>
          <ac:spMkLst>
            <pc:docMk/>
            <pc:sldMk cId="1163011271" sldId="294"/>
            <ac:spMk id="11" creationId="{53E60C6D-4E85-4E14-BCDF-BF15C241F7CA}"/>
          </ac:spMkLst>
        </pc:spChg>
        <pc:spChg chg="del">
          <ac:chgData name="Daniel Mitchell (PGR)" userId="b9bb6c93-84e7-41da-863e-f9c995c6f935" providerId="ADAL" clId="{B4DA38A9-20F5-D84A-902C-DB197293F770}" dt="2023-09-20T13:40:45.661" v="1"/>
          <ac:spMkLst>
            <pc:docMk/>
            <pc:sldMk cId="1163011271" sldId="294"/>
            <ac:spMk id="13" creationId="{7D42D292-4C48-479B-9E59-E29CD9871C0C}"/>
          </ac:spMkLst>
        </pc:spChg>
        <pc:spChg chg="del">
          <ac:chgData name="Daniel Mitchell (PGR)" userId="b9bb6c93-84e7-41da-863e-f9c995c6f935" providerId="ADAL" clId="{B4DA38A9-20F5-D84A-902C-DB197293F770}" dt="2023-09-20T13:40:45.661" v="1"/>
          <ac:spMkLst>
            <pc:docMk/>
            <pc:sldMk cId="1163011271" sldId="294"/>
            <ac:spMk id="15" creationId="{533DF362-939D-4EEE-8DC4-6B54607E5611}"/>
          </ac:spMkLst>
        </pc:spChg>
      </pc:sldChg>
    </pc:docChg>
  </pc:docChgLst>
  <pc:docChgLst>
    <pc:chgData name="Joseph Joel (student)" userId="26613e3f-bbf8-400b-9164-28973e60fe53" providerId="ADAL" clId="{9A92E48E-D7F6-4ED1-88C0-2ADC3B8933A6}"/>
    <pc:docChg chg="undo redo custSel modSld">
      <pc:chgData name="Joseph Joel (student)" userId="26613e3f-bbf8-400b-9164-28973e60fe53" providerId="ADAL" clId="{9A92E48E-D7F6-4ED1-88C0-2ADC3B8933A6}" dt="2023-09-13T11:40:49.204" v="635" actId="1076"/>
      <pc:docMkLst>
        <pc:docMk/>
      </pc:docMkLst>
      <pc:sldChg chg="addSp modSp mod">
        <pc:chgData name="Joseph Joel (student)" userId="26613e3f-bbf8-400b-9164-28973e60fe53" providerId="ADAL" clId="{9A92E48E-D7F6-4ED1-88C0-2ADC3B8933A6}" dt="2023-09-13T09:46:49.584" v="149" actId="1035"/>
        <pc:sldMkLst>
          <pc:docMk/>
          <pc:sldMk cId="0" sldId="257"/>
        </pc:sldMkLst>
        <pc:spChg chg="add mod">
          <ac:chgData name="Joseph Joel (student)" userId="26613e3f-bbf8-400b-9164-28973e60fe53" providerId="ADAL" clId="{9A92E48E-D7F6-4ED1-88C0-2ADC3B8933A6}" dt="2023-09-13T09:46:49.584" v="149" actId="1035"/>
          <ac:spMkLst>
            <pc:docMk/>
            <pc:sldMk cId="0" sldId="257"/>
            <ac:spMk id="2" creationId="{386D8BA2-EB70-AE09-F7D5-6146542B8917}"/>
          </ac:spMkLst>
        </pc:spChg>
        <pc:spChg chg="add mod ord">
          <ac:chgData name="Joseph Joel (student)" userId="26613e3f-bbf8-400b-9164-28973e60fe53" providerId="ADAL" clId="{9A92E48E-D7F6-4ED1-88C0-2ADC3B8933A6}" dt="2023-09-13T09:46:49.584" v="149" actId="1035"/>
          <ac:spMkLst>
            <pc:docMk/>
            <pc:sldMk cId="0" sldId="257"/>
            <ac:spMk id="3" creationId="{6CA18140-E6F9-76A8-9DB5-7ABEB0603592}"/>
          </ac:spMkLst>
        </pc:spChg>
        <pc:spChg chg="add mod ord">
          <ac:chgData name="Joseph Joel (student)" userId="26613e3f-bbf8-400b-9164-28973e60fe53" providerId="ADAL" clId="{9A92E48E-D7F6-4ED1-88C0-2ADC3B8933A6}" dt="2023-09-13T09:46:49.584" v="149" actId="1035"/>
          <ac:spMkLst>
            <pc:docMk/>
            <pc:sldMk cId="0" sldId="257"/>
            <ac:spMk id="4" creationId="{5038B2E0-5A9B-B0E3-35E8-2F864230CAAC}"/>
          </ac:spMkLst>
        </pc:spChg>
        <pc:spChg chg="add mod">
          <ac:chgData name="Joseph Joel (student)" userId="26613e3f-bbf8-400b-9164-28973e60fe53" providerId="ADAL" clId="{9A92E48E-D7F6-4ED1-88C0-2ADC3B8933A6}" dt="2023-09-13T09:46:49.584" v="149" actId="1035"/>
          <ac:spMkLst>
            <pc:docMk/>
            <pc:sldMk cId="0" sldId="257"/>
            <ac:spMk id="9" creationId="{B571AE64-596D-EA08-7133-3CBB036B4CBB}"/>
          </ac:spMkLst>
        </pc:spChg>
        <pc:spChg chg="add mod">
          <ac:chgData name="Joseph Joel (student)" userId="26613e3f-bbf8-400b-9164-28973e60fe53" providerId="ADAL" clId="{9A92E48E-D7F6-4ED1-88C0-2ADC3B8933A6}" dt="2023-09-13T09:46:49.584" v="149" actId="1035"/>
          <ac:spMkLst>
            <pc:docMk/>
            <pc:sldMk cId="0" sldId="257"/>
            <ac:spMk id="10" creationId="{EDBAD871-BB07-675B-46C4-EEF7D5A976E7}"/>
          </ac:spMkLst>
        </pc:spChg>
        <pc:spChg chg="mod">
          <ac:chgData name="Joseph Joel (student)" userId="26613e3f-bbf8-400b-9164-28973e60fe53" providerId="ADAL" clId="{9A92E48E-D7F6-4ED1-88C0-2ADC3B8933A6}" dt="2023-09-13T09:46:49.584" v="149" actId="1035"/>
          <ac:spMkLst>
            <pc:docMk/>
            <pc:sldMk cId="0" sldId="257"/>
            <ac:spMk id="140" creationId="{00000000-0000-0000-0000-000000000000}"/>
          </ac:spMkLst>
        </pc:spChg>
        <pc:spChg chg="mod">
          <ac:chgData name="Joseph Joel (student)" userId="26613e3f-bbf8-400b-9164-28973e60fe53" providerId="ADAL" clId="{9A92E48E-D7F6-4ED1-88C0-2ADC3B8933A6}" dt="2023-09-13T09:46:49.584" v="149" actId="1035"/>
          <ac:spMkLst>
            <pc:docMk/>
            <pc:sldMk cId="0" sldId="257"/>
            <ac:spMk id="141" creationId="{00000000-0000-0000-0000-000000000000}"/>
          </ac:spMkLst>
        </pc:spChg>
        <pc:cxnChg chg="add mod">
          <ac:chgData name="Joseph Joel (student)" userId="26613e3f-bbf8-400b-9164-28973e60fe53" providerId="ADAL" clId="{9A92E48E-D7F6-4ED1-88C0-2ADC3B8933A6}" dt="2023-09-13T09:46:49.584" v="149" actId="1035"/>
          <ac:cxnSpMkLst>
            <pc:docMk/>
            <pc:sldMk cId="0" sldId="257"/>
            <ac:cxnSpMk id="6" creationId="{868CF3AF-B015-1430-5DDD-BCC134782562}"/>
          </ac:cxnSpMkLst>
        </pc:cxnChg>
        <pc:cxnChg chg="add mod">
          <ac:chgData name="Joseph Joel (student)" userId="26613e3f-bbf8-400b-9164-28973e60fe53" providerId="ADAL" clId="{9A92E48E-D7F6-4ED1-88C0-2ADC3B8933A6}" dt="2023-09-13T09:46:49.584" v="149" actId="1035"/>
          <ac:cxnSpMkLst>
            <pc:docMk/>
            <pc:sldMk cId="0" sldId="257"/>
            <ac:cxnSpMk id="7" creationId="{AE676A8B-30AC-0FEE-20C5-C430FB482253}"/>
          </ac:cxnSpMkLst>
        </pc:cxnChg>
      </pc:sldChg>
      <pc:sldChg chg="addSp modSp mod">
        <pc:chgData name="Joseph Joel (student)" userId="26613e3f-bbf8-400b-9164-28973e60fe53" providerId="ADAL" clId="{9A92E48E-D7F6-4ED1-88C0-2ADC3B8933A6}" dt="2023-09-13T09:45:50.342" v="131" actId="1076"/>
        <pc:sldMkLst>
          <pc:docMk/>
          <pc:sldMk cId="0" sldId="258"/>
        </pc:sldMkLst>
        <pc:spChg chg="mod">
          <ac:chgData name="Joseph Joel (student)" userId="26613e3f-bbf8-400b-9164-28973e60fe53" providerId="ADAL" clId="{9A92E48E-D7F6-4ED1-88C0-2ADC3B8933A6}" dt="2023-09-13T09:45:33.732" v="125" actId="1076"/>
          <ac:spMkLst>
            <pc:docMk/>
            <pc:sldMk cId="0" sldId="258"/>
            <ac:spMk id="144" creationId="{00000000-0000-0000-0000-000000000000}"/>
          </ac:spMkLst>
        </pc:spChg>
        <pc:picChg chg="add mod">
          <ac:chgData name="Joseph Joel (student)" userId="26613e3f-bbf8-400b-9164-28973e60fe53" providerId="ADAL" clId="{9A92E48E-D7F6-4ED1-88C0-2ADC3B8933A6}" dt="2023-09-13T09:45:50.342" v="131" actId="1076"/>
          <ac:picMkLst>
            <pc:docMk/>
            <pc:sldMk cId="0" sldId="258"/>
            <ac:picMk id="3" creationId="{3214E5F1-0378-CD3A-D1BF-2DB0F4B0341C}"/>
          </ac:picMkLst>
        </pc:picChg>
      </pc:sldChg>
      <pc:sldChg chg="modSp mod">
        <pc:chgData name="Joseph Joel (student)" userId="26613e3f-bbf8-400b-9164-28973e60fe53" providerId="ADAL" clId="{9A92E48E-D7F6-4ED1-88C0-2ADC3B8933A6}" dt="2023-09-13T09:57:33.282" v="236" actId="14100"/>
        <pc:sldMkLst>
          <pc:docMk/>
          <pc:sldMk cId="0" sldId="259"/>
        </pc:sldMkLst>
        <pc:spChg chg="mod">
          <ac:chgData name="Joseph Joel (student)" userId="26613e3f-bbf8-400b-9164-28973e60fe53" providerId="ADAL" clId="{9A92E48E-D7F6-4ED1-88C0-2ADC3B8933A6}" dt="2023-09-13T09:57:33.282" v="236" actId="14100"/>
          <ac:spMkLst>
            <pc:docMk/>
            <pc:sldMk cId="0" sldId="259"/>
            <ac:spMk id="149" creationId="{00000000-0000-0000-0000-000000000000}"/>
          </ac:spMkLst>
        </pc:spChg>
      </pc:sldChg>
      <pc:sldChg chg="addSp modSp mod">
        <pc:chgData name="Joseph Joel (student)" userId="26613e3f-bbf8-400b-9164-28973e60fe53" providerId="ADAL" clId="{9A92E48E-D7F6-4ED1-88C0-2ADC3B8933A6}" dt="2023-09-13T10:12:50.422" v="315" actId="207"/>
        <pc:sldMkLst>
          <pc:docMk/>
          <pc:sldMk cId="0" sldId="260"/>
        </pc:sldMkLst>
        <pc:spChg chg="add mod">
          <ac:chgData name="Joseph Joel (student)" userId="26613e3f-bbf8-400b-9164-28973e60fe53" providerId="ADAL" clId="{9A92E48E-D7F6-4ED1-88C0-2ADC3B8933A6}" dt="2023-09-13T10:11:36.517" v="247" actId="1076"/>
          <ac:spMkLst>
            <pc:docMk/>
            <pc:sldMk cId="0" sldId="260"/>
            <ac:spMk id="2" creationId="{E904FF68-4232-6058-D44B-B16CB0FC720B}"/>
          </ac:spMkLst>
        </pc:spChg>
        <pc:spChg chg="add mod">
          <ac:chgData name="Joseph Joel (student)" userId="26613e3f-bbf8-400b-9164-28973e60fe53" providerId="ADAL" clId="{9A92E48E-D7F6-4ED1-88C0-2ADC3B8933A6}" dt="2023-09-13T10:12:50.422" v="315" actId="207"/>
          <ac:spMkLst>
            <pc:docMk/>
            <pc:sldMk cId="0" sldId="260"/>
            <ac:spMk id="3" creationId="{21D19A24-CE68-0637-CA0F-CEFDFD10795E}"/>
          </ac:spMkLst>
        </pc:spChg>
        <pc:spChg chg="mod">
          <ac:chgData name="Joseph Joel (student)" userId="26613e3f-bbf8-400b-9164-28973e60fe53" providerId="ADAL" clId="{9A92E48E-D7F6-4ED1-88C0-2ADC3B8933A6}" dt="2023-09-13T09:51:38.237" v="159" actId="20577"/>
          <ac:spMkLst>
            <pc:docMk/>
            <pc:sldMk cId="0" sldId="260"/>
            <ac:spMk id="154" creationId="{00000000-0000-0000-0000-000000000000}"/>
          </ac:spMkLst>
        </pc:spChg>
      </pc:sldChg>
      <pc:sldChg chg="addSp delSp modSp mod">
        <pc:chgData name="Joseph Joel (student)" userId="26613e3f-bbf8-400b-9164-28973e60fe53" providerId="ADAL" clId="{9A92E48E-D7F6-4ED1-88C0-2ADC3B8933A6}" dt="2023-09-13T10:17:02.415" v="399" actId="207"/>
        <pc:sldMkLst>
          <pc:docMk/>
          <pc:sldMk cId="0" sldId="263"/>
        </pc:sldMkLst>
        <pc:spChg chg="add mod">
          <ac:chgData name="Joseph Joel (student)" userId="26613e3f-bbf8-400b-9164-28973e60fe53" providerId="ADAL" clId="{9A92E48E-D7F6-4ED1-88C0-2ADC3B8933A6}" dt="2023-09-13T10:17:02.415" v="399" actId="207"/>
          <ac:spMkLst>
            <pc:docMk/>
            <pc:sldMk cId="0" sldId="263"/>
            <ac:spMk id="16" creationId="{9A0A6C00-A5F4-9F33-9DF7-4755DA827FB8}"/>
          </ac:spMkLst>
        </pc:spChg>
        <pc:picChg chg="add del">
          <ac:chgData name="Joseph Joel (student)" userId="26613e3f-bbf8-400b-9164-28973e60fe53" providerId="ADAL" clId="{9A92E48E-D7F6-4ED1-88C0-2ADC3B8933A6}" dt="2023-09-13T10:09:27.107" v="239" actId="478"/>
          <ac:picMkLst>
            <pc:docMk/>
            <pc:sldMk cId="0" sldId="263"/>
            <ac:picMk id="3" creationId="{BC3C08B0-6A5D-3018-4550-55052B25598B}"/>
          </ac:picMkLst>
        </pc:picChg>
        <pc:picChg chg="add del mod">
          <ac:chgData name="Joseph Joel (student)" userId="26613e3f-bbf8-400b-9164-28973e60fe53" providerId="ADAL" clId="{9A92E48E-D7F6-4ED1-88C0-2ADC3B8933A6}" dt="2023-09-13T10:09:49.878" v="244" actId="478"/>
          <ac:picMkLst>
            <pc:docMk/>
            <pc:sldMk cId="0" sldId="263"/>
            <ac:picMk id="5" creationId="{C49D82D5-941C-0EF2-7435-4BBEF43B45EE}"/>
          </ac:picMkLst>
        </pc:picChg>
        <pc:picChg chg="mod">
          <ac:chgData name="Joseph Joel (student)" userId="26613e3f-bbf8-400b-9164-28973e60fe53" providerId="ADAL" clId="{9A92E48E-D7F6-4ED1-88C0-2ADC3B8933A6}" dt="2023-09-13T10:07:01.371" v="237" actId="1076"/>
          <ac:picMkLst>
            <pc:docMk/>
            <pc:sldMk cId="0" sldId="263"/>
            <ac:picMk id="163" creationId="{00000000-0000-0000-0000-000000000000}"/>
          </ac:picMkLst>
        </pc:picChg>
        <pc:cxnChg chg="add mod">
          <ac:chgData name="Joseph Joel (student)" userId="26613e3f-bbf8-400b-9164-28973e60fe53" providerId="ADAL" clId="{9A92E48E-D7F6-4ED1-88C0-2ADC3B8933A6}" dt="2023-09-13T10:13:42.721" v="317" actId="13822"/>
          <ac:cxnSpMkLst>
            <pc:docMk/>
            <pc:sldMk cId="0" sldId="263"/>
            <ac:cxnSpMk id="7" creationId="{9C056199-F84A-C98A-7D7E-D3C9C644FF7E}"/>
          </ac:cxnSpMkLst>
        </pc:cxnChg>
        <pc:cxnChg chg="add mod">
          <ac:chgData name="Joseph Joel (student)" userId="26613e3f-bbf8-400b-9164-28973e60fe53" providerId="ADAL" clId="{9A92E48E-D7F6-4ED1-88C0-2ADC3B8933A6}" dt="2023-09-13T10:15:01.492" v="327" actId="14100"/>
          <ac:cxnSpMkLst>
            <pc:docMk/>
            <pc:sldMk cId="0" sldId="263"/>
            <ac:cxnSpMk id="8" creationId="{17694A06-C0A2-7167-5DEC-C401052A6984}"/>
          </ac:cxnSpMkLst>
        </pc:cxnChg>
      </pc:sldChg>
      <pc:sldChg chg="addSp modSp mod">
        <pc:chgData name="Joseph Joel (student)" userId="26613e3f-bbf8-400b-9164-28973e60fe53" providerId="ADAL" clId="{9A92E48E-D7F6-4ED1-88C0-2ADC3B8933A6}" dt="2023-09-13T10:45:50.196" v="457" actId="14100"/>
        <pc:sldMkLst>
          <pc:docMk/>
          <pc:sldMk cId="0" sldId="264"/>
        </pc:sldMkLst>
        <pc:spChg chg="add mod">
          <ac:chgData name="Joseph Joel (student)" userId="26613e3f-bbf8-400b-9164-28973e60fe53" providerId="ADAL" clId="{9A92E48E-D7F6-4ED1-88C0-2ADC3B8933A6}" dt="2023-09-13T10:45:41.673" v="455" actId="164"/>
          <ac:spMkLst>
            <pc:docMk/>
            <pc:sldMk cId="0" sldId="264"/>
            <ac:spMk id="2" creationId="{AD1AF489-96FD-72E1-4266-9F1CF219EF75}"/>
          </ac:spMkLst>
        </pc:spChg>
        <pc:spChg chg="add mod">
          <ac:chgData name="Joseph Joel (student)" userId="26613e3f-bbf8-400b-9164-28973e60fe53" providerId="ADAL" clId="{9A92E48E-D7F6-4ED1-88C0-2ADC3B8933A6}" dt="2023-09-13T10:45:50.196" v="457" actId="14100"/>
          <ac:spMkLst>
            <pc:docMk/>
            <pc:sldMk cId="0" sldId="264"/>
            <ac:spMk id="3" creationId="{9122647A-3BC4-066D-1332-BEA596D03E09}"/>
          </ac:spMkLst>
        </pc:spChg>
        <pc:spChg chg="add mod">
          <ac:chgData name="Joseph Joel (student)" userId="26613e3f-bbf8-400b-9164-28973e60fe53" providerId="ADAL" clId="{9A92E48E-D7F6-4ED1-88C0-2ADC3B8933A6}" dt="2023-09-13T10:45:41.673" v="455" actId="164"/>
          <ac:spMkLst>
            <pc:docMk/>
            <pc:sldMk cId="0" sldId="264"/>
            <ac:spMk id="4" creationId="{3E1F7330-5EC3-6202-13EB-811283F59DAB}"/>
          </ac:spMkLst>
        </pc:spChg>
        <pc:spChg chg="add mod">
          <ac:chgData name="Joseph Joel (student)" userId="26613e3f-bbf8-400b-9164-28973e60fe53" providerId="ADAL" clId="{9A92E48E-D7F6-4ED1-88C0-2ADC3B8933A6}" dt="2023-09-13T10:45:41.673" v="455" actId="164"/>
          <ac:spMkLst>
            <pc:docMk/>
            <pc:sldMk cId="0" sldId="264"/>
            <ac:spMk id="5" creationId="{4E0CB32A-5DD0-66A3-F5CD-26137205FEF0}"/>
          </ac:spMkLst>
        </pc:spChg>
        <pc:spChg chg="mod">
          <ac:chgData name="Joseph Joel (student)" userId="26613e3f-bbf8-400b-9164-28973e60fe53" providerId="ADAL" clId="{9A92E48E-D7F6-4ED1-88C0-2ADC3B8933A6}" dt="2023-09-13T10:45:36.773" v="454" actId="1076"/>
          <ac:spMkLst>
            <pc:docMk/>
            <pc:sldMk cId="0" sldId="264"/>
            <ac:spMk id="168" creationId="{00000000-0000-0000-0000-000000000000}"/>
          </ac:spMkLst>
        </pc:spChg>
        <pc:grpChg chg="add mod">
          <ac:chgData name="Joseph Joel (student)" userId="26613e3f-bbf8-400b-9164-28973e60fe53" providerId="ADAL" clId="{9A92E48E-D7F6-4ED1-88C0-2ADC3B8933A6}" dt="2023-09-13T10:45:43.571" v="456" actId="1076"/>
          <ac:grpSpMkLst>
            <pc:docMk/>
            <pc:sldMk cId="0" sldId="264"/>
            <ac:grpSpMk id="20" creationId="{3CFD178C-095D-7B74-9C49-28579E21FEBD}"/>
          </ac:grpSpMkLst>
        </pc:grpChg>
        <pc:cxnChg chg="add mod">
          <ac:chgData name="Joseph Joel (student)" userId="26613e3f-bbf8-400b-9164-28973e60fe53" providerId="ADAL" clId="{9A92E48E-D7F6-4ED1-88C0-2ADC3B8933A6}" dt="2023-09-13T10:45:50.196" v="457" actId="14100"/>
          <ac:cxnSpMkLst>
            <pc:docMk/>
            <pc:sldMk cId="0" sldId="264"/>
            <ac:cxnSpMk id="7" creationId="{5CA7C60C-0F86-10A1-BEDA-F50BD7BCC22E}"/>
          </ac:cxnSpMkLst>
        </pc:cxnChg>
        <pc:cxnChg chg="add mod">
          <ac:chgData name="Joseph Joel (student)" userId="26613e3f-bbf8-400b-9164-28973e60fe53" providerId="ADAL" clId="{9A92E48E-D7F6-4ED1-88C0-2ADC3B8933A6}" dt="2023-09-13T10:45:50.196" v="457" actId="14100"/>
          <ac:cxnSpMkLst>
            <pc:docMk/>
            <pc:sldMk cId="0" sldId="264"/>
            <ac:cxnSpMk id="9" creationId="{04434AC0-9153-F670-705E-FFD52DD09514}"/>
          </ac:cxnSpMkLst>
        </pc:cxnChg>
        <pc:cxnChg chg="add mod">
          <ac:chgData name="Joseph Joel (student)" userId="26613e3f-bbf8-400b-9164-28973e60fe53" providerId="ADAL" clId="{9A92E48E-D7F6-4ED1-88C0-2ADC3B8933A6}" dt="2023-09-13T10:45:41.673" v="455" actId="164"/>
          <ac:cxnSpMkLst>
            <pc:docMk/>
            <pc:sldMk cId="0" sldId="264"/>
            <ac:cxnSpMk id="11" creationId="{8EF0BE54-ECDA-D29C-B645-18F84C3CA7FF}"/>
          </ac:cxnSpMkLst>
        </pc:cxnChg>
        <pc:cxnChg chg="add mod">
          <ac:chgData name="Joseph Joel (student)" userId="26613e3f-bbf8-400b-9164-28973e60fe53" providerId="ADAL" clId="{9A92E48E-D7F6-4ED1-88C0-2ADC3B8933A6}" dt="2023-09-13T10:45:41.673" v="455" actId="164"/>
          <ac:cxnSpMkLst>
            <pc:docMk/>
            <pc:sldMk cId="0" sldId="264"/>
            <ac:cxnSpMk id="13" creationId="{389B1D6D-2CFA-E583-8D88-D828F30F85EA}"/>
          </ac:cxnSpMkLst>
        </pc:cxnChg>
      </pc:sldChg>
      <pc:sldChg chg="addSp delSp modSp mod">
        <pc:chgData name="Joseph Joel (student)" userId="26613e3f-bbf8-400b-9164-28973e60fe53" providerId="ADAL" clId="{9A92E48E-D7F6-4ED1-88C0-2ADC3B8933A6}" dt="2023-09-13T10:52:38.414" v="517" actId="207"/>
        <pc:sldMkLst>
          <pc:docMk/>
          <pc:sldMk cId="0" sldId="267"/>
        </pc:sldMkLst>
        <pc:spChg chg="add mod">
          <ac:chgData name="Joseph Joel (student)" userId="26613e3f-bbf8-400b-9164-28973e60fe53" providerId="ADAL" clId="{9A92E48E-D7F6-4ED1-88C0-2ADC3B8933A6}" dt="2023-09-13T10:50:34.122" v="480" actId="404"/>
          <ac:spMkLst>
            <pc:docMk/>
            <pc:sldMk cId="0" sldId="267"/>
            <ac:spMk id="2" creationId="{142BC19A-64B2-C4D4-FFDF-B76A0C028AF8}"/>
          </ac:spMkLst>
        </pc:spChg>
        <pc:spChg chg="add mod">
          <ac:chgData name="Joseph Joel (student)" userId="26613e3f-bbf8-400b-9164-28973e60fe53" providerId="ADAL" clId="{9A92E48E-D7F6-4ED1-88C0-2ADC3B8933A6}" dt="2023-09-13T10:52:16.037" v="512" actId="207"/>
          <ac:spMkLst>
            <pc:docMk/>
            <pc:sldMk cId="0" sldId="267"/>
            <ac:spMk id="3" creationId="{B97C173C-89EC-0878-1146-A61BED0924F4}"/>
          </ac:spMkLst>
        </pc:spChg>
        <pc:spChg chg="add del mod">
          <ac:chgData name="Joseph Joel (student)" userId="26613e3f-bbf8-400b-9164-28973e60fe53" providerId="ADAL" clId="{9A92E48E-D7F6-4ED1-88C0-2ADC3B8933A6}" dt="2023-09-13T10:50:57.404" v="486" actId="478"/>
          <ac:spMkLst>
            <pc:docMk/>
            <pc:sldMk cId="0" sldId="267"/>
            <ac:spMk id="4" creationId="{26CA27DC-9045-5AF1-38BF-F681A166938D}"/>
          </ac:spMkLst>
        </pc:spChg>
        <pc:spChg chg="add del mod">
          <ac:chgData name="Joseph Joel (student)" userId="26613e3f-bbf8-400b-9164-28973e60fe53" providerId="ADAL" clId="{9A92E48E-D7F6-4ED1-88C0-2ADC3B8933A6}" dt="2023-09-13T10:50:57.404" v="486" actId="478"/>
          <ac:spMkLst>
            <pc:docMk/>
            <pc:sldMk cId="0" sldId="267"/>
            <ac:spMk id="5" creationId="{CD0A6D8B-2FC0-E0DB-E5E1-6E60F27CB302}"/>
          </ac:spMkLst>
        </pc:spChg>
        <pc:spChg chg="add del mod">
          <ac:chgData name="Joseph Joel (student)" userId="26613e3f-bbf8-400b-9164-28973e60fe53" providerId="ADAL" clId="{9A92E48E-D7F6-4ED1-88C0-2ADC3B8933A6}" dt="2023-09-13T10:50:57.404" v="486" actId="478"/>
          <ac:spMkLst>
            <pc:docMk/>
            <pc:sldMk cId="0" sldId="267"/>
            <ac:spMk id="6" creationId="{A623C30B-D688-AB2D-711E-C09F90791DD0}"/>
          </ac:spMkLst>
        </pc:spChg>
        <pc:spChg chg="add del mod">
          <ac:chgData name="Joseph Joel (student)" userId="26613e3f-bbf8-400b-9164-28973e60fe53" providerId="ADAL" clId="{9A92E48E-D7F6-4ED1-88C0-2ADC3B8933A6}" dt="2023-09-13T10:50:57.404" v="486" actId="478"/>
          <ac:spMkLst>
            <pc:docMk/>
            <pc:sldMk cId="0" sldId="267"/>
            <ac:spMk id="7" creationId="{C4402037-4EA1-DA79-2158-E5E8A3FCB30B}"/>
          </ac:spMkLst>
        </pc:spChg>
        <pc:spChg chg="add del mod">
          <ac:chgData name="Joseph Joel (student)" userId="26613e3f-bbf8-400b-9164-28973e60fe53" providerId="ADAL" clId="{9A92E48E-D7F6-4ED1-88C0-2ADC3B8933A6}" dt="2023-09-13T10:50:57.404" v="486" actId="478"/>
          <ac:spMkLst>
            <pc:docMk/>
            <pc:sldMk cId="0" sldId="267"/>
            <ac:spMk id="8" creationId="{D7768EDA-2883-8AC6-B0A3-C7F0F8404A7D}"/>
          </ac:spMkLst>
        </pc:spChg>
        <pc:spChg chg="add del mod">
          <ac:chgData name="Joseph Joel (student)" userId="26613e3f-bbf8-400b-9164-28973e60fe53" providerId="ADAL" clId="{9A92E48E-D7F6-4ED1-88C0-2ADC3B8933A6}" dt="2023-09-13T10:50:21.632" v="477" actId="478"/>
          <ac:spMkLst>
            <pc:docMk/>
            <pc:sldMk cId="0" sldId="267"/>
            <ac:spMk id="9" creationId="{EAC43182-6FDD-B918-8E78-0ADF53AB1EBF}"/>
          </ac:spMkLst>
        </pc:spChg>
        <pc:spChg chg="add mod">
          <ac:chgData name="Joseph Joel (student)" userId="26613e3f-bbf8-400b-9164-28973e60fe53" providerId="ADAL" clId="{9A92E48E-D7F6-4ED1-88C0-2ADC3B8933A6}" dt="2023-09-13T10:52:21.432" v="513" actId="207"/>
          <ac:spMkLst>
            <pc:docMk/>
            <pc:sldMk cId="0" sldId="267"/>
            <ac:spMk id="10" creationId="{496CA235-AB58-5933-8920-321F8976FBFF}"/>
          </ac:spMkLst>
        </pc:spChg>
        <pc:spChg chg="add mod">
          <ac:chgData name="Joseph Joel (student)" userId="26613e3f-bbf8-400b-9164-28973e60fe53" providerId="ADAL" clId="{9A92E48E-D7F6-4ED1-88C0-2ADC3B8933A6}" dt="2023-09-13T10:52:26.495" v="514" actId="207"/>
          <ac:spMkLst>
            <pc:docMk/>
            <pc:sldMk cId="0" sldId="267"/>
            <ac:spMk id="11" creationId="{6CA9C18A-E229-1525-F008-1B59480674CB}"/>
          </ac:spMkLst>
        </pc:spChg>
        <pc:spChg chg="add mod">
          <ac:chgData name="Joseph Joel (student)" userId="26613e3f-bbf8-400b-9164-28973e60fe53" providerId="ADAL" clId="{9A92E48E-D7F6-4ED1-88C0-2ADC3B8933A6}" dt="2023-09-13T10:52:29.798" v="515" actId="207"/>
          <ac:spMkLst>
            <pc:docMk/>
            <pc:sldMk cId="0" sldId="267"/>
            <ac:spMk id="12" creationId="{B048D873-171D-D13E-6EA1-3887997EEBBA}"/>
          </ac:spMkLst>
        </pc:spChg>
        <pc:spChg chg="add mod">
          <ac:chgData name="Joseph Joel (student)" userId="26613e3f-bbf8-400b-9164-28973e60fe53" providerId="ADAL" clId="{9A92E48E-D7F6-4ED1-88C0-2ADC3B8933A6}" dt="2023-09-13T10:52:33.757" v="516" actId="207"/>
          <ac:spMkLst>
            <pc:docMk/>
            <pc:sldMk cId="0" sldId="267"/>
            <ac:spMk id="13" creationId="{424B19C9-BB52-B590-0C6C-D27874CC3D63}"/>
          </ac:spMkLst>
        </pc:spChg>
        <pc:spChg chg="add mod">
          <ac:chgData name="Joseph Joel (student)" userId="26613e3f-bbf8-400b-9164-28973e60fe53" providerId="ADAL" clId="{9A92E48E-D7F6-4ED1-88C0-2ADC3B8933A6}" dt="2023-09-13T10:52:38.414" v="517" actId="207"/>
          <ac:spMkLst>
            <pc:docMk/>
            <pc:sldMk cId="0" sldId="267"/>
            <ac:spMk id="14" creationId="{F1F211E1-96BC-97F0-9110-0F89E8868E5C}"/>
          </ac:spMkLst>
        </pc:spChg>
        <pc:spChg chg="add del mod">
          <ac:chgData name="Joseph Joel (student)" userId="26613e3f-bbf8-400b-9164-28973e60fe53" providerId="ADAL" clId="{9A92E48E-D7F6-4ED1-88C0-2ADC3B8933A6}" dt="2023-09-13T10:51:10.538" v="496" actId="478"/>
          <ac:spMkLst>
            <pc:docMk/>
            <pc:sldMk cId="0" sldId="267"/>
            <ac:spMk id="15" creationId="{2A19781B-761D-AFDC-7121-FA6B27BC50CE}"/>
          </ac:spMkLst>
        </pc:spChg>
        <pc:spChg chg="mod">
          <ac:chgData name="Joseph Joel (student)" userId="26613e3f-bbf8-400b-9164-28973e60fe53" providerId="ADAL" clId="{9A92E48E-D7F6-4ED1-88C0-2ADC3B8933A6}" dt="2023-09-13T10:49:13.972" v="458" actId="1076"/>
          <ac:spMkLst>
            <pc:docMk/>
            <pc:sldMk cId="0" sldId="267"/>
            <ac:spMk id="177" creationId="{00000000-0000-0000-0000-000000000000}"/>
          </ac:spMkLst>
        </pc:spChg>
      </pc:sldChg>
      <pc:sldChg chg="addSp modSp mod">
        <pc:chgData name="Joseph Joel (student)" userId="26613e3f-bbf8-400b-9164-28973e60fe53" providerId="ADAL" clId="{9A92E48E-D7F6-4ED1-88C0-2ADC3B8933A6}" dt="2023-09-13T10:53:41.555" v="532" actId="1076"/>
        <pc:sldMkLst>
          <pc:docMk/>
          <pc:sldMk cId="0" sldId="269"/>
        </pc:sldMkLst>
        <pc:spChg chg="mod">
          <ac:chgData name="Joseph Joel (student)" userId="26613e3f-bbf8-400b-9164-28973e60fe53" providerId="ADAL" clId="{9A92E48E-D7F6-4ED1-88C0-2ADC3B8933A6}" dt="2023-09-13T10:53:20.426" v="524" actId="1076"/>
          <ac:spMkLst>
            <pc:docMk/>
            <pc:sldMk cId="0" sldId="269"/>
            <ac:spMk id="185" creationId="{00000000-0000-0000-0000-000000000000}"/>
          </ac:spMkLst>
        </pc:spChg>
        <pc:picChg chg="add mod">
          <ac:chgData name="Joseph Joel (student)" userId="26613e3f-bbf8-400b-9164-28973e60fe53" providerId="ADAL" clId="{9A92E48E-D7F6-4ED1-88C0-2ADC3B8933A6}" dt="2023-09-13T10:53:41.555" v="532" actId="1076"/>
          <ac:picMkLst>
            <pc:docMk/>
            <pc:sldMk cId="0" sldId="269"/>
            <ac:picMk id="1026" creationId="{84A6745C-79E8-ED63-D1A7-D635C8451A64}"/>
          </ac:picMkLst>
        </pc:picChg>
      </pc:sldChg>
      <pc:sldChg chg="addSp modSp mod">
        <pc:chgData name="Joseph Joel (student)" userId="26613e3f-bbf8-400b-9164-28973e60fe53" providerId="ADAL" clId="{9A92E48E-D7F6-4ED1-88C0-2ADC3B8933A6}" dt="2023-09-13T11:01:11.402" v="541" actId="14100"/>
        <pc:sldMkLst>
          <pc:docMk/>
          <pc:sldMk cId="0" sldId="272"/>
        </pc:sldMkLst>
        <pc:spChg chg="mod">
          <ac:chgData name="Joseph Joel (student)" userId="26613e3f-bbf8-400b-9164-28973e60fe53" providerId="ADAL" clId="{9A92E48E-D7F6-4ED1-88C0-2ADC3B8933A6}" dt="2023-09-13T11:01:08.505" v="540" actId="1076"/>
          <ac:spMkLst>
            <pc:docMk/>
            <pc:sldMk cId="0" sldId="272"/>
            <ac:spMk id="195" creationId="{00000000-0000-0000-0000-000000000000}"/>
          </ac:spMkLst>
        </pc:spChg>
        <pc:spChg chg="mod">
          <ac:chgData name="Joseph Joel (student)" userId="26613e3f-bbf8-400b-9164-28973e60fe53" providerId="ADAL" clId="{9A92E48E-D7F6-4ED1-88C0-2ADC3B8933A6}" dt="2023-09-13T11:01:11.402" v="541" actId="14100"/>
          <ac:spMkLst>
            <pc:docMk/>
            <pc:sldMk cId="0" sldId="272"/>
            <ac:spMk id="196" creationId="{00000000-0000-0000-0000-000000000000}"/>
          </ac:spMkLst>
        </pc:spChg>
        <pc:picChg chg="add mod modCrop">
          <ac:chgData name="Joseph Joel (student)" userId="26613e3f-bbf8-400b-9164-28973e60fe53" providerId="ADAL" clId="{9A92E48E-D7F6-4ED1-88C0-2ADC3B8933A6}" dt="2023-09-13T11:01:05.880" v="539" actId="1076"/>
          <ac:picMkLst>
            <pc:docMk/>
            <pc:sldMk cId="0" sldId="272"/>
            <ac:picMk id="3" creationId="{31CA387C-1D5D-4528-702C-AE1FDEC8A4DF}"/>
          </ac:picMkLst>
        </pc:picChg>
      </pc:sldChg>
      <pc:sldChg chg="addSp modSp mod">
        <pc:chgData name="Joseph Joel (student)" userId="26613e3f-bbf8-400b-9164-28973e60fe53" providerId="ADAL" clId="{9A92E48E-D7F6-4ED1-88C0-2ADC3B8933A6}" dt="2023-09-13T11:40:49.204" v="635" actId="1076"/>
        <pc:sldMkLst>
          <pc:docMk/>
          <pc:sldMk cId="0" sldId="276"/>
        </pc:sldMkLst>
        <pc:spChg chg="add mod">
          <ac:chgData name="Joseph Joel (student)" userId="26613e3f-bbf8-400b-9164-28973e60fe53" providerId="ADAL" clId="{9A92E48E-D7F6-4ED1-88C0-2ADC3B8933A6}" dt="2023-09-13T11:40:49.204" v="635" actId="1076"/>
          <ac:spMkLst>
            <pc:docMk/>
            <pc:sldMk cId="0" sldId="276"/>
            <ac:spMk id="2" creationId="{6220E86C-6B31-E4EE-91DB-4BAB0D0871A6}"/>
          </ac:spMkLst>
        </pc:spChg>
        <pc:spChg chg="mod">
          <ac:chgData name="Joseph Joel (student)" userId="26613e3f-bbf8-400b-9164-28973e60fe53" providerId="ADAL" clId="{9A92E48E-D7F6-4ED1-88C0-2ADC3B8933A6}" dt="2023-09-13T11:33:42.757" v="582" actId="14100"/>
          <ac:spMkLst>
            <pc:docMk/>
            <pc:sldMk cId="0" sldId="276"/>
            <ac:spMk id="205" creationId="{00000000-0000-0000-0000-000000000000}"/>
          </ac:spMkLst>
        </pc:spChg>
        <pc:picChg chg="add mod">
          <ac:chgData name="Joseph Joel (student)" userId="26613e3f-bbf8-400b-9164-28973e60fe53" providerId="ADAL" clId="{9A92E48E-D7F6-4ED1-88C0-2ADC3B8933A6}" dt="2023-09-13T11:40:04.633" v="583" actId="1076"/>
          <ac:picMkLst>
            <pc:docMk/>
            <pc:sldMk cId="0" sldId="276"/>
            <ac:picMk id="2050" creationId="{CE3C9ACF-D6EA-0948-C083-C1C792377476}"/>
          </ac:picMkLst>
        </pc:picChg>
      </pc:sldChg>
      <pc:sldChg chg="addSp delSp modSp mod">
        <pc:chgData name="Joseph Joel (student)" userId="26613e3f-bbf8-400b-9164-28973e60fe53" providerId="ADAL" clId="{9A92E48E-D7F6-4ED1-88C0-2ADC3B8933A6}" dt="2023-09-13T11:05:10.377" v="567" actId="1076"/>
        <pc:sldMkLst>
          <pc:docMk/>
          <pc:sldMk cId="0" sldId="280"/>
        </pc:sldMkLst>
        <pc:spChg chg="mod">
          <ac:chgData name="Joseph Joel (student)" userId="26613e3f-bbf8-400b-9164-28973e60fe53" providerId="ADAL" clId="{9A92E48E-D7F6-4ED1-88C0-2ADC3B8933A6}" dt="2023-09-13T11:05:09.026" v="566" actId="1076"/>
          <ac:spMkLst>
            <pc:docMk/>
            <pc:sldMk cId="0" sldId="280"/>
            <ac:spMk id="220" creationId="{00000000-0000-0000-0000-000000000000}"/>
          </ac:spMkLst>
        </pc:spChg>
        <pc:spChg chg="mod">
          <ac:chgData name="Joseph Joel (student)" userId="26613e3f-bbf8-400b-9164-28973e60fe53" providerId="ADAL" clId="{9A92E48E-D7F6-4ED1-88C0-2ADC3B8933A6}" dt="2023-09-13T11:05:09.026" v="566" actId="1076"/>
          <ac:spMkLst>
            <pc:docMk/>
            <pc:sldMk cId="0" sldId="280"/>
            <ac:spMk id="221" creationId="{00000000-0000-0000-0000-000000000000}"/>
          </ac:spMkLst>
        </pc:spChg>
        <pc:picChg chg="add del mod">
          <ac:chgData name="Joseph Joel (student)" userId="26613e3f-bbf8-400b-9164-28973e60fe53" providerId="ADAL" clId="{9A92E48E-D7F6-4ED1-88C0-2ADC3B8933A6}" dt="2023-09-13T11:04:50.519" v="563" actId="478"/>
          <ac:picMkLst>
            <pc:docMk/>
            <pc:sldMk cId="0" sldId="280"/>
            <ac:picMk id="3" creationId="{32F641AC-E975-7099-82A7-D106F07DC158}"/>
          </ac:picMkLst>
        </pc:picChg>
        <pc:picChg chg="add del mod modCrop">
          <ac:chgData name="Joseph Joel (student)" userId="26613e3f-bbf8-400b-9164-28973e60fe53" providerId="ADAL" clId="{9A92E48E-D7F6-4ED1-88C0-2ADC3B8933A6}" dt="2023-09-13T11:04:50.519" v="563" actId="478"/>
          <ac:picMkLst>
            <pc:docMk/>
            <pc:sldMk cId="0" sldId="280"/>
            <ac:picMk id="4" creationId="{95BB8756-C03D-7EEF-BCD8-6E964432844A}"/>
          </ac:picMkLst>
        </pc:picChg>
        <pc:picChg chg="add del mod">
          <ac:chgData name="Joseph Joel (student)" userId="26613e3f-bbf8-400b-9164-28973e60fe53" providerId="ADAL" clId="{9A92E48E-D7F6-4ED1-88C0-2ADC3B8933A6}" dt="2023-09-13T11:04:31.505" v="559" actId="22"/>
          <ac:picMkLst>
            <pc:docMk/>
            <pc:sldMk cId="0" sldId="280"/>
            <ac:picMk id="6" creationId="{3BE67A7E-B6B3-2213-818E-E3CDC908A6DD}"/>
          </ac:picMkLst>
        </pc:picChg>
        <pc:picChg chg="add mod">
          <ac:chgData name="Joseph Joel (student)" userId="26613e3f-bbf8-400b-9164-28973e60fe53" providerId="ADAL" clId="{9A92E48E-D7F6-4ED1-88C0-2ADC3B8933A6}" dt="2023-09-13T11:05:10.377" v="567" actId="1076"/>
          <ac:picMkLst>
            <pc:docMk/>
            <pc:sldMk cId="0" sldId="280"/>
            <ac:picMk id="8" creationId="{7C06854B-9A70-9BBA-59B8-862E11188666}"/>
          </ac:picMkLst>
        </pc:picChg>
      </pc:sldChg>
      <pc:sldChg chg="modSp mod">
        <pc:chgData name="Joseph Joel (student)" userId="26613e3f-bbf8-400b-9164-28973e60fe53" providerId="ADAL" clId="{9A92E48E-D7F6-4ED1-88C0-2ADC3B8933A6}" dt="2023-09-13T11:10:00.710" v="568" actId="33524"/>
        <pc:sldMkLst>
          <pc:docMk/>
          <pc:sldMk cId="0" sldId="282"/>
        </pc:sldMkLst>
        <pc:spChg chg="mod">
          <ac:chgData name="Joseph Joel (student)" userId="26613e3f-bbf8-400b-9164-28973e60fe53" providerId="ADAL" clId="{9A92E48E-D7F6-4ED1-88C0-2ADC3B8933A6}" dt="2023-09-13T11:10:00.710" v="568" actId="33524"/>
          <ac:spMkLst>
            <pc:docMk/>
            <pc:sldMk cId="0" sldId="282"/>
            <ac:spMk id="22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95AE2-43AC-144B-AE88-DCB376799F11}" type="datetimeFigureOut">
              <a:rPr lang="en-US" smtClean="0"/>
              <a:t>9/22/23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4E5BB-E6B0-B84A-ABCD-9A3E9C2D78CB}" type="slidenum">
              <a:rPr lang="en-US" smtClean="0"/>
              <a:t>‹#›</a:t>
            </a:fld>
            <a:endParaRPr lang="en-US"/>
          </a:p>
        </p:txBody>
      </p:sp>
    </p:spTree>
    <p:extLst>
      <p:ext uri="{BB962C8B-B14F-4D97-AF65-F5344CB8AC3E}">
        <p14:creationId xmlns:p14="http://schemas.microsoft.com/office/powerpoint/2010/main" val="2372742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a:t>
            </a:fld>
            <a:endParaRPr lang="en-US"/>
          </a:p>
        </p:txBody>
      </p:sp>
    </p:spTree>
    <p:extLst>
      <p:ext uri="{BB962C8B-B14F-4D97-AF65-F5344CB8AC3E}">
        <p14:creationId xmlns:p14="http://schemas.microsoft.com/office/powerpoint/2010/main" val="17659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Shape 145"/>
          <p:cNvSpPr>
            <a:spLocks noGrp="1" noRot="1" noChangeAspect="1"/>
          </p:cNvSpPr>
          <p:nvPr>
            <p:ph type="sldImg"/>
          </p:nvPr>
        </p:nvSpPr>
        <p:spPr>
          <a:prstGeom prst="rect">
            <a:avLst/>
          </a:prstGeom>
        </p:spPr>
        <p:txBody>
          <a:bodyPr/>
          <a:lstStyle/>
          <a:p>
            <a:endParaRPr/>
          </a:p>
        </p:txBody>
      </p:sp>
      <p:sp>
        <p:nvSpPr>
          <p:cNvPr id="146" name="Shape 146"/>
          <p:cNvSpPr>
            <a:spLocks noGrp="1"/>
          </p:cNvSpPr>
          <p:nvPr>
            <p:ph type="body" sz="quarter" idx="1"/>
          </p:nvPr>
        </p:nvSpPr>
        <p:spPr>
          <a:prstGeom prst="rect">
            <a:avLst/>
          </a:prstGeom>
        </p:spPr>
        <p:txBody>
          <a:bodyPr/>
          <a:lstStyle/>
          <a:p>
            <a:r>
              <a:t>Variables are variable! No real computing reason to have a constant specified differently, it’s all going to be a location in memory - but C does allow constants, and their definition is mainly designed so that the compiler can warn you when you are doing something wrong, like trying to change a constant.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Shape 150"/>
          <p:cNvSpPr>
            <a:spLocks noGrp="1" noRot="1" noChangeAspect="1"/>
          </p:cNvSpPr>
          <p:nvPr>
            <p:ph type="sldImg"/>
          </p:nvPr>
        </p:nvSpPr>
        <p:spPr>
          <a:prstGeom prst="rect">
            <a:avLst/>
          </a:prstGeom>
        </p:spPr>
        <p:txBody>
          <a:bodyPr/>
          <a:lstStyle/>
          <a:p>
            <a:endParaRPr/>
          </a:p>
        </p:txBody>
      </p:sp>
      <p:sp>
        <p:nvSpPr>
          <p:cNvPr id="151" name="Shape 151"/>
          <p:cNvSpPr>
            <a:spLocks noGrp="1"/>
          </p:cNvSpPr>
          <p:nvPr>
            <p:ph type="body" sz="quarter" idx="1"/>
          </p:nvPr>
        </p:nvSpPr>
        <p:spPr>
          <a:prstGeom prst="rect">
            <a:avLst/>
          </a:prstGeom>
        </p:spPr>
        <p:txBody>
          <a:bodyPr/>
          <a:lstStyle/>
          <a:p>
            <a:r>
              <a:t>Variables are variable! No real computing reason to have a constant specified differently, it’s all going to be a location in memory - but C does allow constants, and their definition is mainly designed so that the compiler can warn you when you are doing something wrong, like trying to change a constant.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Shape 164"/>
          <p:cNvSpPr>
            <a:spLocks noGrp="1" noRot="1" noChangeAspect="1"/>
          </p:cNvSpPr>
          <p:nvPr>
            <p:ph type="sldImg"/>
          </p:nvPr>
        </p:nvSpPr>
        <p:spPr>
          <a:prstGeom prst="rect">
            <a:avLst/>
          </a:prstGeom>
        </p:spPr>
        <p:txBody>
          <a:bodyPr/>
          <a:lstStyle/>
          <a:p>
            <a:endParaRPr/>
          </a:p>
        </p:txBody>
      </p:sp>
      <p:sp>
        <p:nvSpPr>
          <p:cNvPr id="165" name="Shape 165"/>
          <p:cNvSpPr>
            <a:spLocks noGrp="1"/>
          </p:cNvSpPr>
          <p:nvPr>
            <p:ph type="body" sz="quarter" idx="1"/>
          </p:nvPr>
        </p:nvSpPr>
        <p:spPr>
          <a:prstGeom prst="rect">
            <a:avLst/>
          </a:prstGeom>
        </p:spPr>
        <p:txBody>
          <a:bodyPr/>
          <a:lstStyle/>
          <a:p>
            <a:r>
              <a:t>try short long and double as well</a:t>
            </a:r>
          </a:p>
          <a:p>
            <a:r>
              <a:t>mention the odd way that printf works, and that there will be more detail later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Shape 178"/>
          <p:cNvSpPr>
            <a:spLocks noGrp="1" noRot="1" noChangeAspect="1"/>
          </p:cNvSpPr>
          <p:nvPr>
            <p:ph type="sldImg"/>
          </p:nvPr>
        </p:nvSpPr>
        <p:spPr>
          <a:prstGeom prst="rect">
            <a:avLst/>
          </a:prstGeom>
        </p:spPr>
        <p:txBody>
          <a:bodyPr/>
          <a:lstStyle/>
          <a:p>
            <a:endParaRPr/>
          </a:p>
        </p:txBody>
      </p:sp>
      <p:sp>
        <p:nvSpPr>
          <p:cNvPr id="179" name="Shape 179"/>
          <p:cNvSpPr>
            <a:spLocks noGrp="1"/>
          </p:cNvSpPr>
          <p:nvPr>
            <p:ph type="body" sz="quarter" idx="1"/>
          </p:nvPr>
        </p:nvSpPr>
        <p:spPr>
          <a:prstGeom prst="rect">
            <a:avLst/>
          </a:prstGeom>
        </p:spPr>
        <p:txBody>
          <a:bodyPr/>
          <a:lstStyle/>
          <a:p>
            <a:r>
              <a:t>Idea of functions hiding previous work to simplify code should be introduced here.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Shape 186"/>
          <p:cNvSpPr>
            <a:spLocks noGrp="1" noRot="1" noChangeAspect="1"/>
          </p:cNvSpPr>
          <p:nvPr>
            <p:ph type="sldImg"/>
          </p:nvPr>
        </p:nvSpPr>
        <p:spPr>
          <a:prstGeom prst="rect">
            <a:avLst/>
          </a:prstGeom>
        </p:spPr>
        <p:txBody>
          <a:bodyPr/>
          <a:lstStyle/>
          <a:p>
            <a:endParaRPr/>
          </a:p>
        </p:txBody>
      </p:sp>
      <p:sp>
        <p:nvSpPr>
          <p:cNvPr id="187" name="Shape 187"/>
          <p:cNvSpPr>
            <a:spLocks noGrp="1"/>
          </p:cNvSpPr>
          <p:nvPr>
            <p:ph type="body" sz="quarter" idx="1"/>
          </p:nvPr>
        </p:nvSpPr>
        <p:spPr>
          <a:prstGeom prst="rect">
            <a:avLst/>
          </a:prstGeom>
        </p:spPr>
        <p:txBody>
          <a:bodyPr/>
          <a:lstStyle/>
          <a:p>
            <a:r>
              <a:t>flag up that right results include the right effects of rounding and machine precision in floating point numbers, and that this can be important.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Shape 201"/>
          <p:cNvSpPr>
            <a:spLocks noGrp="1" noRot="1" noChangeAspect="1"/>
          </p:cNvSpPr>
          <p:nvPr>
            <p:ph type="sldImg"/>
          </p:nvPr>
        </p:nvSpPr>
        <p:spPr>
          <a:prstGeom prst="rect">
            <a:avLst/>
          </a:prstGeom>
        </p:spPr>
        <p:txBody>
          <a:bodyPr/>
          <a:lstStyle/>
          <a:p>
            <a:endParaRPr/>
          </a:p>
        </p:txBody>
      </p:sp>
      <p:sp>
        <p:nvSpPr>
          <p:cNvPr id="202" name="Shape 202"/>
          <p:cNvSpPr>
            <a:spLocks noGrp="1"/>
          </p:cNvSpPr>
          <p:nvPr>
            <p:ph type="body" sz="quarter" idx="1"/>
          </p:nvPr>
        </p:nvSpPr>
        <p:spPr>
          <a:prstGeom prst="rect">
            <a:avLst/>
          </a:prstGeom>
        </p:spPr>
        <p:txBody>
          <a:bodyPr/>
          <a:lstStyle/>
          <a:p>
            <a:r>
              <a:t>Make clear that = and == are NOT the same thing.</a:t>
            </a:r>
          </a:p>
          <a:p>
            <a:r>
              <a:t>If you use non-Booleans for and/or then effectively 0 is counted as false, anything else is counted as true, and if the outcome is true you use the second variable and if the outcome is false you use the first.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noRot="1" noChangeAspect="1"/>
          </p:cNvSpPr>
          <p:nvPr>
            <p:ph type="sldImg"/>
          </p:nvPr>
        </p:nvSpPr>
        <p:spPr>
          <a:prstGeom prst="rect">
            <a:avLst/>
          </a:prstGeom>
        </p:spPr>
        <p:txBody>
          <a:bodyPr/>
          <a:lstStyle/>
          <a:p>
            <a:endParaRPr/>
          </a:p>
        </p:txBody>
      </p:sp>
      <p:sp>
        <p:nvSpPr>
          <p:cNvPr id="207" name="Shape 207"/>
          <p:cNvSpPr>
            <a:spLocks noGrp="1"/>
          </p:cNvSpPr>
          <p:nvPr>
            <p:ph type="body" sz="quarter" idx="1"/>
          </p:nvPr>
        </p:nvSpPr>
        <p:spPr>
          <a:prstGeom prst="rect">
            <a:avLst/>
          </a:prstGeom>
        </p:spPr>
        <p:txBody>
          <a:bodyPr/>
          <a:lstStyle/>
          <a:p>
            <a:r>
              <a:t>I usually write these out in full just to make it clear to myself what’s going on.</a:t>
            </a:r>
          </a:p>
          <a:p>
            <a:r>
              <a:t>Make it clear that all these shortcuts have to be learned, because that’s what programmers commonly use, even if you decide not to use them yourself.</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Shape 214"/>
          <p:cNvSpPr>
            <a:spLocks noGrp="1" noRot="1" noChangeAspect="1"/>
          </p:cNvSpPr>
          <p:nvPr>
            <p:ph type="sldImg"/>
          </p:nvPr>
        </p:nvSpPr>
        <p:spPr>
          <a:prstGeom prst="rect">
            <a:avLst/>
          </a:prstGeom>
        </p:spPr>
        <p:txBody>
          <a:bodyPr/>
          <a:lstStyle/>
          <a:p>
            <a:endParaRPr/>
          </a:p>
        </p:txBody>
      </p:sp>
      <p:sp>
        <p:nvSpPr>
          <p:cNvPr id="215" name="Shape 215"/>
          <p:cNvSpPr>
            <a:spLocks noGrp="1"/>
          </p:cNvSpPr>
          <p:nvPr>
            <p:ph type="body" sz="quarter" idx="1"/>
          </p:nvPr>
        </p:nvSpPr>
        <p:spPr>
          <a:prstGeom prst="rect">
            <a:avLst/>
          </a:prstGeom>
        </p:spPr>
        <p:txBody>
          <a:bodyPr/>
          <a:lstStyle/>
          <a:p>
            <a:r>
              <a:t>Note 'exists' means an empty sequence is passed, such as (), [], ”, etc, or x=None, or x is a numeric value of 0, 0.0.</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Shape 241"/>
          <p:cNvSpPr>
            <a:spLocks noGrp="1" noRot="1" noChangeAspect="1"/>
          </p:cNvSpPr>
          <p:nvPr>
            <p:ph type="sldImg"/>
          </p:nvPr>
        </p:nvSpPr>
        <p:spPr>
          <a:prstGeom prst="rect">
            <a:avLst/>
          </a:prstGeom>
        </p:spPr>
        <p:txBody>
          <a:bodyPr/>
          <a:lstStyle/>
          <a:p>
            <a:endParaRPr/>
          </a:p>
        </p:txBody>
      </p:sp>
      <p:sp>
        <p:nvSpPr>
          <p:cNvPr id="242" name="Shape 242"/>
          <p:cNvSpPr>
            <a:spLocks noGrp="1"/>
          </p:cNvSpPr>
          <p:nvPr>
            <p:ph type="body" sz="quarter" idx="1"/>
          </p:nvPr>
        </p:nvSpPr>
        <p:spPr>
          <a:prstGeom prst="rect">
            <a:avLst/>
          </a:prstGeom>
        </p:spPr>
        <p:txBody>
          <a:bodyPr/>
          <a:lstStyle/>
          <a:p>
            <a:r>
              <a:t>if you swap y and x then the system will give you a warning and try and do the best it can</a:t>
            </a:r>
          </a:p>
          <a:p>
            <a:r>
              <a:t>flag what happens if the format is too small for the number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hape 246"/>
          <p:cNvSpPr>
            <a:spLocks noGrp="1" noRot="1" noChangeAspect="1"/>
          </p:cNvSpPr>
          <p:nvPr>
            <p:ph type="sldImg"/>
          </p:nvPr>
        </p:nvSpPr>
        <p:spPr>
          <a:prstGeom prst="rect">
            <a:avLst/>
          </a:prstGeom>
        </p:spPr>
        <p:txBody>
          <a:bodyPr/>
          <a:lstStyle/>
          <a:p>
            <a:endParaRPr/>
          </a:p>
        </p:txBody>
      </p:sp>
      <p:sp>
        <p:nvSpPr>
          <p:cNvPr id="247" name="Shape 247"/>
          <p:cNvSpPr>
            <a:spLocks noGrp="1"/>
          </p:cNvSpPr>
          <p:nvPr>
            <p:ph type="body" sz="quarter" idx="1"/>
          </p:nvPr>
        </p:nvSpPr>
        <p:spPr>
          <a:prstGeom prst="rect">
            <a:avLst/>
          </a:prstGeom>
        </p:spPr>
        <p:txBody>
          <a:bodyPr/>
          <a:lstStyle/>
          <a:p>
            <a:r>
              <a:t>if you swap y and x then the system will give you a warning and try and do the best it can</a:t>
            </a:r>
          </a:p>
          <a:p>
            <a:r>
              <a:t>flag what happens if the format is too small for the number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Shape 251"/>
          <p:cNvSpPr>
            <a:spLocks noGrp="1" noRot="1" noChangeAspect="1"/>
          </p:cNvSpPr>
          <p:nvPr>
            <p:ph type="sldImg"/>
          </p:nvPr>
        </p:nvSpPr>
        <p:spPr>
          <a:prstGeom prst="rect">
            <a:avLst/>
          </a:prstGeom>
        </p:spPr>
        <p:txBody>
          <a:bodyPr/>
          <a:lstStyle/>
          <a:p>
            <a:endParaRPr/>
          </a:p>
        </p:txBody>
      </p:sp>
      <p:sp>
        <p:nvSpPr>
          <p:cNvPr id="252" name="Shape 252"/>
          <p:cNvSpPr>
            <a:spLocks noGrp="1"/>
          </p:cNvSpPr>
          <p:nvPr>
            <p:ph type="body" sz="quarter" idx="1"/>
          </p:nvPr>
        </p:nvSpPr>
        <p:spPr>
          <a:prstGeom prst="rect">
            <a:avLst/>
          </a:prstGeom>
        </p:spPr>
        <p:txBody>
          <a:bodyPr/>
          <a:lstStyle/>
          <a:p>
            <a:r>
              <a:t>if you swap y and x then the system will give you a warning and try and do the best it can</a:t>
            </a:r>
          </a:p>
          <a:p>
            <a:r>
              <a:t>flag what happens if the format is too small for the number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Shape 266"/>
          <p:cNvSpPr>
            <a:spLocks noGrp="1" noRot="1" noChangeAspect="1"/>
          </p:cNvSpPr>
          <p:nvPr>
            <p:ph type="sldImg"/>
          </p:nvPr>
        </p:nvSpPr>
        <p:spPr>
          <a:prstGeom prst="rect">
            <a:avLst/>
          </a:prstGeom>
        </p:spPr>
        <p:txBody>
          <a:bodyPr/>
          <a:lstStyle/>
          <a:p>
            <a:endParaRPr/>
          </a:p>
        </p:txBody>
      </p:sp>
      <p:sp>
        <p:nvSpPr>
          <p:cNvPr id="267" name="Shape 267"/>
          <p:cNvSpPr>
            <a:spLocks noGrp="1"/>
          </p:cNvSpPr>
          <p:nvPr>
            <p:ph type="body" sz="quarter" idx="1"/>
          </p:nvPr>
        </p:nvSpPr>
        <p:spPr>
          <a:prstGeom prst="rect">
            <a:avLst/>
          </a:prstGeom>
        </p:spPr>
        <p:txBody>
          <a:bodyPr/>
          <a:lstStyle/>
          <a:p>
            <a:r>
              <a:t>if you swap y and x then the system will give you a warning and try and do the best it can</a:t>
            </a:r>
          </a:p>
          <a:p>
            <a:r>
              <a:t>flag what happens if the format is too small for the number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Shape 271"/>
          <p:cNvSpPr>
            <a:spLocks noGrp="1" noRot="1" noChangeAspect="1"/>
          </p:cNvSpPr>
          <p:nvPr>
            <p:ph type="sldImg"/>
          </p:nvPr>
        </p:nvSpPr>
        <p:spPr>
          <a:prstGeom prst="rect">
            <a:avLst/>
          </a:prstGeom>
        </p:spPr>
        <p:txBody>
          <a:bodyPr/>
          <a:lstStyle/>
          <a:p>
            <a:endParaRPr/>
          </a:p>
        </p:txBody>
      </p:sp>
      <p:sp>
        <p:nvSpPr>
          <p:cNvPr id="272" name="Shape 272"/>
          <p:cNvSpPr>
            <a:spLocks noGrp="1"/>
          </p:cNvSpPr>
          <p:nvPr>
            <p:ph type="body" sz="quarter" idx="1"/>
          </p:nvPr>
        </p:nvSpPr>
        <p:spPr>
          <a:prstGeom prst="rect">
            <a:avLst/>
          </a:prstGeom>
        </p:spPr>
        <p:txBody>
          <a:bodyPr/>
          <a:lstStyle/>
          <a:p>
            <a:r>
              <a:t>if you swap y and x then the system will give you a warning and try and do the best it can</a:t>
            </a:r>
          </a:p>
          <a:p>
            <a:r>
              <a:t>flag what happens if the format is too small for the number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39</a:t>
            </a:fld>
            <a:endParaRPr lang="en-US"/>
          </a:p>
        </p:txBody>
      </p:sp>
    </p:spTree>
    <p:extLst>
      <p:ext uri="{BB962C8B-B14F-4D97-AF65-F5344CB8AC3E}">
        <p14:creationId xmlns:p14="http://schemas.microsoft.com/office/powerpoint/2010/main" val="1727494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3BB4406-02B4-284F-84C5-A21F22E6BA49}"/>
              </a:ext>
            </a:extLst>
          </p:cNvPr>
          <p:cNvSpPr>
            <a:spLocks noGrp="1"/>
          </p:cNvSpPr>
          <p:nvPr>
            <p:ph type="title"/>
          </p:nvPr>
        </p:nvSpPr>
        <p:spPr>
          <a:xfrm>
            <a:off x="2549236" y="533614"/>
            <a:ext cx="9210963" cy="888786"/>
          </a:xfrm>
        </p:spPr>
        <p:txBody>
          <a:bodyPr>
            <a:normAutofit/>
          </a:bodyPr>
          <a:lstStyle>
            <a:lvl1pPr algn="l">
              <a:defRPr sz="2800"/>
            </a:lvl1pPr>
          </a:lstStyle>
          <a:p>
            <a:r>
              <a:rPr lang="en-GB"/>
              <a:t>Click to edit Master title style</a:t>
            </a:r>
            <a:endParaRPr lang="en-GB" dirty="0"/>
          </a:p>
        </p:txBody>
      </p:sp>
      <p:sp>
        <p:nvSpPr>
          <p:cNvPr id="11" name="Content Placeholder 7">
            <a:extLst>
              <a:ext uri="{FF2B5EF4-FFF2-40B4-BE49-F238E27FC236}">
                <a16:creationId xmlns:a16="http://schemas.microsoft.com/office/drawing/2014/main" id="{5FEA054A-F191-E34B-8C26-BA11F3F0C090}"/>
              </a:ext>
            </a:extLst>
          </p:cNvPr>
          <p:cNvSpPr>
            <a:spLocks noGrp="1"/>
          </p:cNvSpPr>
          <p:nvPr>
            <p:ph sz="quarter" idx="13"/>
          </p:nvPr>
        </p:nvSpPr>
        <p:spPr>
          <a:xfrm>
            <a:off x="285750" y="1627188"/>
            <a:ext cx="11474450" cy="46069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6892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al content">
    <p:spTree>
      <p:nvGrpSpPr>
        <p:cNvPr id="1" name=""/>
        <p:cNvGrpSpPr/>
        <p:nvPr/>
      </p:nvGrpSpPr>
      <p:grpSpPr>
        <a:xfrm>
          <a:off x="0" y="0"/>
          <a:ext cx="0" cy="0"/>
          <a:chOff x="0" y="0"/>
          <a:chExt cx="0" cy="0"/>
        </a:xfrm>
      </p:grpSpPr>
      <p:sp>
        <p:nvSpPr>
          <p:cNvPr id="2" name="Title 1"/>
          <p:cNvSpPr>
            <a:spLocks noGrp="1"/>
          </p:cNvSpPr>
          <p:nvPr>
            <p:ph type="title"/>
          </p:nvPr>
        </p:nvSpPr>
        <p:spPr>
          <a:xfrm>
            <a:off x="2640170" y="365126"/>
            <a:ext cx="8713630" cy="1040342"/>
          </a:xfrm>
        </p:spPr>
        <p:txBody>
          <a:bodyPr/>
          <a:lstStyle>
            <a:lvl1pPr algn="l">
              <a:defRPr/>
            </a:lvl1pPr>
          </a:lstStyle>
          <a:p>
            <a:r>
              <a:rPr lang="en-GB"/>
              <a:t>Click to edit Master title style</a:t>
            </a:r>
            <a:endParaRPr lang="en-GB" dirty="0"/>
          </a:p>
        </p:txBody>
      </p:sp>
      <p:sp>
        <p:nvSpPr>
          <p:cNvPr id="3" name="Content Placeholder 2"/>
          <p:cNvSpPr>
            <a:spLocks noGrp="1"/>
          </p:cNvSpPr>
          <p:nvPr>
            <p:ph sz="half" idx="1"/>
          </p:nvPr>
        </p:nvSpPr>
        <p:spPr>
          <a:xfrm>
            <a:off x="838200" y="1608667"/>
            <a:ext cx="5181600" cy="456829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608667"/>
            <a:ext cx="5181600" cy="456829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41252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53048" y="365125"/>
            <a:ext cx="8702339" cy="1325563"/>
          </a:xfrm>
        </p:spPr>
        <p:txBody>
          <a:bodyPr/>
          <a:lstStyle>
            <a:lvl1pPr algn="l">
              <a:defRPr/>
            </a:lvl1p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249408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0418" y="1657926"/>
            <a:ext cx="6629400" cy="789709"/>
          </a:xfrm>
        </p:spPr>
        <p:txBody>
          <a:bodyPr anchor="t">
            <a:normAutofit/>
          </a:bodyPr>
          <a:lstStyle>
            <a:lvl1pPr algn="l">
              <a:defRPr sz="2800">
                <a:solidFill>
                  <a:schemeClr val="accent1">
                    <a:lumMod val="50000"/>
                  </a:schemeClr>
                </a:solidFill>
                <a:latin typeface="Arial" panose="020B0604020202020204" pitchFamily="34" charset="0"/>
                <a:cs typeface="Arial" panose="020B0604020202020204" pitchFamily="34" charset="0"/>
              </a:defRPr>
            </a:lvl1pPr>
          </a:lstStyle>
          <a:p>
            <a:r>
              <a:rPr lang="en-GB"/>
              <a:t>Click to edit Master title style</a:t>
            </a:r>
            <a:endParaRPr lang="en-GB" dirty="0"/>
          </a:p>
        </p:txBody>
      </p:sp>
      <p:sp>
        <p:nvSpPr>
          <p:cNvPr id="3" name="Subtitle 2"/>
          <p:cNvSpPr>
            <a:spLocks noGrp="1"/>
          </p:cNvSpPr>
          <p:nvPr>
            <p:ph type="subTitle" idx="1"/>
          </p:nvPr>
        </p:nvSpPr>
        <p:spPr>
          <a:xfrm>
            <a:off x="690418" y="3015529"/>
            <a:ext cx="5680364" cy="623598"/>
          </a:xfrm>
        </p:spPr>
        <p:txBody>
          <a:bodyPr>
            <a:normAutofit/>
          </a:bodyPr>
          <a:lstStyle>
            <a:lvl1pPr marL="0" indent="0" algn="l">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Tree>
    <p:extLst>
      <p:ext uri="{BB962C8B-B14F-4D97-AF65-F5344CB8AC3E}">
        <p14:creationId xmlns:p14="http://schemas.microsoft.com/office/powerpoint/2010/main" val="1184273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97420DD-2415-454D-AA0F-DBDA719CBDF3}"/>
              </a:ext>
            </a:extLst>
          </p:cNvPr>
          <p:cNvSpPr>
            <a:spLocks noGrp="1"/>
          </p:cNvSpPr>
          <p:nvPr>
            <p:ph type="title"/>
          </p:nvPr>
        </p:nvSpPr>
        <p:spPr>
          <a:xfrm>
            <a:off x="2549236" y="533614"/>
            <a:ext cx="9210963" cy="888786"/>
          </a:xfrm>
        </p:spPr>
        <p:txBody>
          <a:bodyPr>
            <a:normAutofit/>
          </a:bodyPr>
          <a:lstStyle>
            <a:lvl1pPr algn="l">
              <a:defRPr sz="2800"/>
            </a:lvl1pPr>
          </a:lstStyle>
          <a:p>
            <a:r>
              <a:rPr lang="en-GB"/>
              <a:t>Click to edit Master title style</a:t>
            </a:r>
            <a:endParaRPr lang="en-GB" dirty="0"/>
          </a:p>
        </p:txBody>
      </p:sp>
    </p:spTree>
    <p:extLst>
      <p:ext uri="{BB962C8B-B14F-4D97-AF65-F5344CB8AC3E}">
        <p14:creationId xmlns:p14="http://schemas.microsoft.com/office/powerpoint/2010/main" val="1101283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1680" y="2123676"/>
            <a:ext cx="4027169" cy="1600200"/>
          </a:xfrm>
        </p:spPr>
        <p:txBody>
          <a:bodyPr anchor="t">
            <a:normAutofit/>
          </a:bodyPr>
          <a:lstStyle>
            <a:lvl1pPr algn="l">
              <a:defRPr sz="2800"/>
            </a:lvl1pPr>
          </a:lstStyle>
          <a:p>
            <a:r>
              <a:rPr lang="en-GB" dirty="0"/>
              <a:t>Click to edit Master title style</a:t>
            </a:r>
          </a:p>
        </p:txBody>
      </p:sp>
      <p:sp>
        <p:nvSpPr>
          <p:cNvPr id="4" name="Text Placeholder 3"/>
          <p:cNvSpPr>
            <a:spLocks noGrp="1"/>
          </p:cNvSpPr>
          <p:nvPr>
            <p:ph type="body" sz="half" idx="2"/>
          </p:nvPr>
        </p:nvSpPr>
        <p:spPr>
          <a:xfrm>
            <a:off x="741680" y="3934224"/>
            <a:ext cx="4030345" cy="1934763"/>
          </a:xfrm>
        </p:spPr>
        <p:txBody>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4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2328039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A65B24-645B-1746-9651-55C209C5E25D}"/>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3810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190625" y="1151930"/>
            <a:ext cx="9810750" cy="2321719"/>
          </a:xfrm>
          <a:prstGeom prst="rect">
            <a:avLst/>
          </a:prstGeom>
        </p:spPr>
        <p:txBody>
          <a:bodyPr anchor="b"/>
          <a:lstStyle/>
          <a:p>
            <a:r>
              <a:t>Title Text</a:t>
            </a:r>
          </a:p>
        </p:txBody>
      </p:sp>
      <p:sp>
        <p:nvSpPr>
          <p:cNvPr id="12" name="Body Level One…"/>
          <p:cNvSpPr txBox="1">
            <a:spLocks noGrp="1"/>
          </p:cNvSpPr>
          <p:nvPr>
            <p:ph type="body" sz="quarter" idx="1"/>
          </p:nvPr>
        </p:nvSpPr>
        <p:spPr>
          <a:xfrm>
            <a:off x="1190625" y="3536156"/>
            <a:ext cx="9810750" cy="794742"/>
          </a:xfrm>
          <a:prstGeom prst="rect">
            <a:avLst/>
          </a:prstGeom>
        </p:spPr>
        <p:txBody>
          <a:bodyPr anchor="t"/>
          <a:lstStyle>
            <a:lvl1pPr marL="0" indent="0" algn="ctr">
              <a:spcBef>
                <a:spcPts val="0"/>
              </a:spcBef>
              <a:buSzTx/>
              <a:buNone/>
              <a:defRPr sz="2531"/>
            </a:lvl1pPr>
            <a:lvl2pPr marL="0" indent="0" algn="ctr">
              <a:spcBef>
                <a:spcPts val="0"/>
              </a:spcBef>
              <a:buSzTx/>
              <a:buNone/>
              <a:defRPr sz="2531"/>
            </a:lvl2pPr>
            <a:lvl3pPr marL="0" indent="0" algn="ctr">
              <a:spcBef>
                <a:spcPts val="0"/>
              </a:spcBef>
              <a:buSzTx/>
              <a:buNone/>
              <a:defRPr sz="2531"/>
            </a:lvl3pPr>
            <a:lvl4pPr marL="0" indent="0" algn="ctr">
              <a:spcBef>
                <a:spcPts val="0"/>
              </a:spcBef>
              <a:buSzTx/>
              <a:buNone/>
              <a:defRPr sz="2531"/>
            </a:lvl4pPr>
            <a:lvl5pPr marL="0" indent="0" algn="ctr">
              <a:spcBef>
                <a:spcPts val="0"/>
              </a:spcBef>
              <a:buSzTx/>
              <a:buNone/>
              <a:defRPr sz="2531"/>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789503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xfrm>
            <a:off x="1190625" y="1946672"/>
            <a:ext cx="9810750" cy="4018359"/>
          </a:xfrm>
          <a:prstGeom prst="rect">
            <a:avLst/>
          </a:prstGeom>
        </p:spPr>
        <p:txBody>
          <a:bodyPr/>
          <a:lstStyle>
            <a:lvl1pPr>
              <a:spcBef>
                <a:spcPts val="1687"/>
              </a:spcBef>
            </a:lvl1pPr>
            <a:lvl2pPr>
              <a:spcBef>
                <a:spcPts val="1687"/>
              </a:spcBef>
            </a:lvl2pPr>
            <a:lvl3pPr>
              <a:spcBef>
                <a:spcPts val="1687"/>
              </a:spcBef>
            </a:lvl3pPr>
            <a:lvl4pPr>
              <a:spcBef>
                <a:spcPts val="1687"/>
              </a:spcBef>
            </a:lvl4pPr>
            <a:lvl5pPr>
              <a:spcBef>
                <a:spcPts val="1687"/>
              </a:spcBef>
            </a:lvl5p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8451068"/>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amp; Bullets - 2 Column">
    <p:spTree>
      <p:nvGrpSpPr>
        <p:cNvPr id="1" name=""/>
        <p:cNvGrpSpPr/>
        <p:nvPr/>
      </p:nvGrpSpPr>
      <p:grpSpPr>
        <a:xfrm>
          <a:off x="0" y="0"/>
          <a:ext cx="0" cy="0"/>
          <a:chOff x="0" y="0"/>
          <a:chExt cx="0" cy="0"/>
        </a:xfrm>
      </p:grpSpPr>
      <p:sp>
        <p:nvSpPr>
          <p:cNvPr id="29" name="Title Text"/>
          <p:cNvSpPr txBox="1">
            <a:spLocks noGrp="1"/>
          </p:cNvSpPr>
          <p:nvPr>
            <p:ph type="title"/>
          </p:nvPr>
        </p:nvSpPr>
        <p:spPr>
          <a:prstGeom prst="rect">
            <a:avLst/>
          </a:prstGeom>
        </p:spPr>
        <p:txBody>
          <a:bodyPr/>
          <a:lstStyle/>
          <a:p>
            <a:r>
              <a:t>Title Text</a:t>
            </a:r>
          </a:p>
        </p:txBody>
      </p:sp>
      <p:sp>
        <p:nvSpPr>
          <p:cNvPr id="30" name="Body Level One…"/>
          <p:cNvSpPr txBox="1">
            <a:spLocks noGrp="1"/>
          </p:cNvSpPr>
          <p:nvPr>
            <p:ph type="body" idx="1"/>
          </p:nvPr>
        </p:nvSpPr>
        <p:spPr>
          <a:xfrm>
            <a:off x="1190625" y="1946672"/>
            <a:ext cx="9810750" cy="4018359"/>
          </a:xfrm>
          <a:prstGeom prst="rect">
            <a:avLst/>
          </a:prstGeom>
        </p:spPr>
        <p:txBody>
          <a:bodyPr numCol="2" spcCol="523240" anchor="t"/>
          <a:lstStyle>
            <a:lvl1pPr marL="571002" indent="-347767">
              <a:spcBef>
                <a:spcPts val="2672"/>
              </a:spcBef>
              <a:defRPr sz="2250"/>
            </a:lvl1pPr>
            <a:lvl2pPr marL="883530" indent="-347767">
              <a:spcBef>
                <a:spcPts val="2672"/>
              </a:spcBef>
              <a:defRPr sz="2250"/>
            </a:lvl2pPr>
            <a:lvl3pPr marL="1196057" indent="-347767">
              <a:spcBef>
                <a:spcPts val="2672"/>
              </a:spcBef>
              <a:defRPr sz="2250"/>
            </a:lvl3pPr>
            <a:lvl4pPr marL="1508585" indent="-347767">
              <a:spcBef>
                <a:spcPts val="2672"/>
              </a:spcBef>
              <a:defRPr sz="2250"/>
            </a:lvl4pPr>
            <a:lvl5pPr marL="1821113" indent="-347767">
              <a:spcBef>
                <a:spcPts val="2672"/>
              </a:spcBef>
              <a:defRPr sz="2250"/>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167722735"/>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38"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98538583"/>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9420311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3" name="Title Text"/>
          <p:cNvSpPr txBox="1">
            <a:spLocks noGrp="1"/>
          </p:cNvSpPr>
          <p:nvPr>
            <p:ph type="title"/>
          </p:nvPr>
        </p:nvSpPr>
        <p:spPr>
          <a:prstGeom prst="rect">
            <a:avLst/>
          </a:prstGeom>
        </p:spPr>
        <p:txBody>
          <a:bodyPr/>
          <a:lstStyle/>
          <a:p>
            <a:r>
              <a:t>Title Text</a:t>
            </a:r>
          </a:p>
        </p:txBody>
      </p:sp>
      <p:sp>
        <p:nvSpPr>
          <p:cNvPr id="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1138474"/>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61" name="Title Text"/>
          <p:cNvSpPr txBox="1">
            <a:spLocks noGrp="1"/>
          </p:cNvSpPr>
          <p:nvPr>
            <p:ph type="title"/>
          </p:nvPr>
        </p:nvSpPr>
        <p:spPr>
          <a:xfrm>
            <a:off x="1190625" y="2089547"/>
            <a:ext cx="9810750" cy="2678906"/>
          </a:xfrm>
          <a:prstGeom prst="rect">
            <a:avLst/>
          </a:prstGeom>
        </p:spPr>
        <p:txBody>
          <a:bodyPr/>
          <a:lstStyle/>
          <a:p>
            <a:r>
              <a:t>Title Text</a:t>
            </a:r>
          </a:p>
        </p:txBody>
      </p:sp>
      <p:sp>
        <p:nvSpPr>
          <p:cNvPr id="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57258707"/>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69" name="Image"/>
          <p:cNvSpPr>
            <a:spLocks noGrp="1"/>
          </p:cNvSpPr>
          <p:nvPr>
            <p:ph type="pic" sz="half" idx="21"/>
          </p:nvPr>
        </p:nvSpPr>
        <p:spPr>
          <a:xfrm>
            <a:off x="2286000" y="1151930"/>
            <a:ext cx="7620000" cy="3545301"/>
          </a:xfrm>
          <a:prstGeom prst="rect">
            <a:avLst/>
          </a:prstGeom>
        </p:spPr>
        <p:txBody>
          <a:bodyPr lIns="91439" tIns="45719" rIns="91439" bIns="45719" anchor="t"/>
          <a:lstStyle/>
          <a:p>
            <a:endParaRPr/>
          </a:p>
        </p:txBody>
      </p:sp>
      <p:sp>
        <p:nvSpPr>
          <p:cNvPr id="70" name="Title Text"/>
          <p:cNvSpPr txBox="1">
            <a:spLocks noGrp="1"/>
          </p:cNvSpPr>
          <p:nvPr>
            <p:ph type="title"/>
          </p:nvPr>
        </p:nvSpPr>
        <p:spPr>
          <a:xfrm>
            <a:off x="1190625" y="5179219"/>
            <a:ext cx="9810750" cy="1196578"/>
          </a:xfrm>
          <a:prstGeom prst="rect">
            <a:avLst/>
          </a:prstGeom>
        </p:spPr>
        <p:txBody>
          <a:bodyPr/>
          <a:lstStyle/>
          <a:p>
            <a:r>
              <a:t>Title Text</a:t>
            </a:r>
          </a:p>
        </p:txBody>
      </p:sp>
      <p:sp>
        <p:nvSpPr>
          <p:cNvPr id="7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43939171"/>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 Horizontal Reflection">
    <p:spTree>
      <p:nvGrpSpPr>
        <p:cNvPr id="1" name=""/>
        <p:cNvGrpSpPr/>
        <p:nvPr/>
      </p:nvGrpSpPr>
      <p:grpSpPr>
        <a:xfrm>
          <a:off x="0" y="0"/>
          <a:ext cx="0" cy="0"/>
          <a:chOff x="0" y="0"/>
          <a:chExt cx="0" cy="0"/>
        </a:xfrm>
      </p:grpSpPr>
      <p:sp>
        <p:nvSpPr>
          <p:cNvPr id="78" name="Image"/>
          <p:cNvSpPr>
            <a:spLocks noGrp="1"/>
          </p:cNvSpPr>
          <p:nvPr>
            <p:ph type="pic" sz="half" idx="21"/>
          </p:nvPr>
        </p:nvSpPr>
        <p:spPr>
          <a:xfrm>
            <a:off x="2286000" y="1151930"/>
            <a:ext cx="7620000" cy="3545301"/>
          </a:xfrm>
          <a:prstGeom prst="rect">
            <a:avLst/>
          </a:prstGeom>
          <a:ln w="25400"/>
          <a:effectLst>
            <a:reflection stA="50000" endPos="40000" dir="5400000" sy="-100000" algn="bl" rotWithShape="0"/>
          </a:effectLst>
        </p:spPr>
        <p:txBody>
          <a:bodyPr lIns="91439" tIns="45719" rIns="91439" bIns="45719" anchor="t"/>
          <a:lstStyle/>
          <a:p>
            <a:endParaRPr/>
          </a:p>
        </p:txBody>
      </p:sp>
      <p:sp>
        <p:nvSpPr>
          <p:cNvPr id="79" name="Title Text"/>
          <p:cNvSpPr txBox="1">
            <a:spLocks noGrp="1"/>
          </p:cNvSpPr>
          <p:nvPr>
            <p:ph type="title"/>
          </p:nvPr>
        </p:nvSpPr>
        <p:spPr>
          <a:xfrm>
            <a:off x="1190625" y="5179219"/>
            <a:ext cx="9810750" cy="1196578"/>
          </a:xfrm>
          <a:prstGeom prst="rect">
            <a:avLst/>
          </a:prstGeom>
        </p:spPr>
        <p:txBody>
          <a:bodyPr/>
          <a:lstStyle/>
          <a:p>
            <a:r>
              <a:t>Title Text</a:t>
            </a:r>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69536399"/>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87" name="Image"/>
          <p:cNvSpPr>
            <a:spLocks noGrp="1"/>
          </p:cNvSpPr>
          <p:nvPr>
            <p:ph type="pic" sz="half" idx="21"/>
          </p:nvPr>
        </p:nvSpPr>
        <p:spPr>
          <a:xfrm>
            <a:off x="6679406" y="1134070"/>
            <a:ext cx="3952875" cy="4449897"/>
          </a:xfrm>
          <a:prstGeom prst="rect">
            <a:avLst/>
          </a:prstGeom>
        </p:spPr>
        <p:txBody>
          <a:bodyPr lIns="91439" tIns="45719" rIns="91439" bIns="45719" anchor="t"/>
          <a:lstStyle/>
          <a:p>
            <a:endParaRPr/>
          </a:p>
        </p:txBody>
      </p:sp>
      <p:sp>
        <p:nvSpPr>
          <p:cNvPr id="88" name="Title Text"/>
          <p:cNvSpPr txBox="1">
            <a:spLocks noGrp="1"/>
          </p:cNvSpPr>
          <p:nvPr>
            <p:ph type="title"/>
          </p:nvPr>
        </p:nvSpPr>
        <p:spPr>
          <a:xfrm>
            <a:off x="595312" y="991195"/>
            <a:ext cx="5500688" cy="2321719"/>
          </a:xfrm>
          <a:prstGeom prst="rect">
            <a:avLst/>
          </a:prstGeom>
        </p:spPr>
        <p:txBody>
          <a:bodyPr anchor="b"/>
          <a:lstStyle>
            <a:lvl1pPr>
              <a:defRPr sz="4922"/>
            </a:lvl1pPr>
          </a:lstStyle>
          <a:p>
            <a:r>
              <a:t>Title Text</a:t>
            </a:r>
          </a:p>
        </p:txBody>
      </p:sp>
      <p:sp>
        <p:nvSpPr>
          <p:cNvPr id="89" name="Body Level One…"/>
          <p:cNvSpPr txBox="1">
            <a:spLocks noGrp="1"/>
          </p:cNvSpPr>
          <p:nvPr>
            <p:ph type="body" sz="quarter" idx="1"/>
          </p:nvPr>
        </p:nvSpPr>
        <p:spPr>
          <a:xfrm>
            <a:off x="595312" y="3366492"/>
            <a:ext cx="5500688" cy="2321719"/>
          </a:xfrm>
          <a:prstGeom prst="rect">
            <a:avLst/>
          </a:prstGeom>
        </p:spPr>
        <p:txBody>
          <a:bodyPr anchor="t"/>
          <a:lstStyle>
            <a:lvl1pPr marL="0" indent="0" algn="ctr">
              <a:spcBef>
                <a:spcPts val="0"/>
              </a:spcBef>
              <a:buSzTx/>
              <a:buNone/>
              <a:defRPr sz="2391"/>
            </a:lvl1pPr>
            <a:lvl2pPr marL="0" indent="0" algn="ctr">
              <a:spcBef>
                <a:spcPts val="0"/>
              </a:spcBef>
              <a:buSzTx/>
              <a:buNone/>
              <a:defRPr sz="2391"/>
            </a:lvl2pPr>
            <a:lvl3pPr marL="0" indent="0" algn="ctr">
              <a:spcBef>
                <a:spcPts val="0"/>
              </a:spcBef>
              <a:buSzTx/>
              <a:buNone/>
              <a:defRPr sz="2391"/>
            </a:lvl3pPr>
            <a:lvl4pPr marL="0" indent="0" algn="ctr">
              <a:spcBef>
                <a:spcPts val="0"/>
              </a:spcBef>
              <a:buSzTx/>
              <a:buNone/>
              <a:defRPr sz="2391"/>
            </a:lvl4pPr>
            <a:lvl5pPr marL="0" indent="0" algn="ctr">
              <a:spcBef>
                <a:spcPts val="0"/>
              </a:spcBef>
              <a:buSzTx/>
              <a:buNone/>
              <a:defRPr sz="2391"/>
            </a:lvl5pPr>
          </a:lstStyle>
          <a:p>
            <a:r>
              <a:t>Body Level One</a:t>
            </a:r>
          </a:p>
          <a:p>
            <a:pPr lvl="1"/>
            <a:r>
              <a:t>Body Level Two</a:t>
            </a:r>
          </a:p>
          <a:p>
            <a:pPr lvl="2"/>
            <a:r>
              <a:t>Body Level Three</a:t>
            </a:r>
          </a:p>
          <a:p>
            <a:pPr lvl="3"/>
            <a:r>
              <a:t>Body Level Four</a:t>
            </a:r>
          </a:p>
          <a:p>
            <a:pPr lvl="4"/>
            <a:r>
              <a:t>Body Level Five</a:t>
            </a:r>
          </a:p>
        </p:txBody>
      </p:sp>
      <p:sp>
        <p:nvSpPr>
          <p:cNvPr id="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88891589"/>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Photo - Vertical Reflection">
    <p:spTree>
      <p:nvGrpSpPr>
        <p:cNvPr id="1" name=""/>
        <p:cNvGrpSpPr/>
        <p:nvPr/>
      </p:nvGrpSpPr>
      <p:grpSpPr>
        <a:xfrm>
          <a:off x="0" y="0"/>
          <a:ext cx="0" cy="0"/>
          <a:chOff x="0" y="0"/>
          <a:chExt cx="0" cy="0"/>
        </a:xfrm>
      </p:grpSpPr>
      <p:sp>
        <p:nvSpPr>
          <p:cNvPr id="97" name="Image"/>
          <p:cNvSpPr>
            <a:spLocks noGrp="1"/>
          </p:cNvSpPr>
          <p:nvPr>
            <p:ph type="pic" sz="half" idx="21"/>
          </p:nvPr>
        </p:nvSpPr>
        <p:spPr>
          <a:xfrm>
            <a:off x="6679406" y="1134070"/>
            <a:ext cx="3952875" cy="4449897"/>
          </a:xfrm>
          <a:prstGeom prst="rect">
            <a:avLst/>
          </a:prstGeom>
          <a:ln w="25400"/>
          <a:effectLst>
            <a:reflection stA="50000" endPos="40000" dir="5400000" sy="-100000" algn="bl" rotWithShape="0"/>
          </a:effectLst>
        </p:spPr>
        <p:txBody>
          <a:bodyPr lIns="91439" tIns="45719" rIns="91439" bIns="45719" anchor="t"/>
          <a:lstStyle/>
          <a:p>
            <a:endParaRPr/>
          </a:p>
        </p:txBody>
      </p:sp>
      <p:sp>
        <p:nvSpPr>
          <p:cNvPr id="98" name="Title Text"/>
          <p:cNvSpPr txBox="1">
            <a:spLocks noGrp="1"/>
          </p:cNvSpPr>
          <p:nvPr>
            <p:ph type="title"/>
          </p:nvPr>
        </p:nvSpPr>
        <p:spPr>
          <a:xfrm>
            <a:off x="595312" y="991195"/>
            <a:ext cx="5500688" cy="2321719"/>
          </a:xfrm>
          <a:prstGeom prst="rect">
            <a:avLst/>
          </a:prstGeom>
        </p:spPr>
        <p:txBody>
          <a:bodyPr anchor="b"/>
          <a:lstStyle>
            <a:lvl1pPr>
              <a:defRPr sz="4922"/>
            </a:lvl1pPr>
          </a:lstStyle>
          <a:p>
            <a:r>
              <a:t>Title Text</a:t>
            </a:r>
          </a:p>
        </p:txBody>
      </p:sp>
      <p:sp>
        <p:nvSpPr>
          <p:cNvPr id="99" name="Body Level One…"/>
          <p:cNvSpPr txBox="1">
            <a:spLocks noGrp="1"/>
          </p:cNvSpPr>
          <p:nvPr>
            <p:ph type="body" sz="quarter" idx="1"/>
          </p:nvPr>
        </p:nvSpPr>
        <p:spPr>
          <a:xfrm>
            <a:off x="595312" y="3366492"/>
            <a:ext cx="5500688" cy="2321719"/>
          </a:xfrm>
          <a:prstGeom prst="rect">
            <a:avLst/>
          </a:prstGeom>
        </p:spPr>
        <p:txBody>
          <a:bodyPr anchor="t"/>
          <a:lstStyle>
            <a:lvl1pPr marL="0" indent="0" algn="ctr">
              <a:spcBef>
                <a:spcPts val="0"/>
              </a:spcBef>
              <a:buSzTx/>
              <a:buNone/>
              <a:defRPr sz="2391"/>
            </a:lvl1pPr>
            <a:lvl2pPr marL="0" indent="0" algn="ctr">
              <a:spcBef>
                <a:spcPts val="0"/>
              </a:spcBef>
              <a:buSzTx/>
              <a:buNone/>
              <a:defRPr sz="2391"/>
            </a:lvl2pPr>
            <a:lvl3pPr marL="0" indent="0" algn="ctr">
              <a:spcBef>
                <a:spcPts val="0"/>
              </a:spcBef>
              <a:buSzTx/>
              <a:buNone/>
              <a:defRPr sz="2391"/>
            </a:lvl3pPr>
            <a:lvl4pPr marL="0" indent="0" algn="ctr">
              <a:spcBef>
                <a:spcPts val="0"/>
              </a:spcBef>
              <a:buSzTx/>
              <a:buNone/>
              <a:defRPr sz="2391"/>
            </a:lvl4pPr>
            <a:lvl5pPr marL="0" indent="0" algn="ctr">
              <a:spcBef>
                <a:spcPts val="0"/>
              </a:spcBef>
              <a:buSzTx/>
              <a:buNone/>
              <a:defRPr sz="2391"/>
            </a:lvl5pPr>
          </a:lstStyle>
          <a:p>
            <a:r>
              <a:t>Body Level One</a:t>
            </a:r>
          </a:p>
          <a:p>
            <a:pPr lvl="1"/>
            <a:r>
              <a:t>Body Level Two</a:t>
            </a:r>
          </a:p>
          <a:p>
            <a:pPr lvl="2"/>
            <a:r>
              <a:t>Body Level Three</a:t>
            </a:r>
          </a:p>
          <a:p>
            <a:pPr lvl="3"/>
            <a:r>
              <a:t>Body Level Four</a:t>
            </a:r>
          </a:p>
          <a:p>
            <a:pPr lvl="4"/>
            <a:r>
              <a:t>Body Level Five</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891758296"/>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107" name="Image"/>
          <p:cNvSpPr>
            <a:spLocks noGrp="1"/>
          </p:cNvSpPr>
          <p:nvPr>
            <p:ph type="pic" sz="quarter" idx="21"/>
          </p:nvPr>
        </p:nvSpPr>
        <p:spPr>
          <a:xfrm>
            <a:off x="6727031" y="1785938"/>
            <a:ext cx="3845719" cy="4329267"/>
          </a:xfrm>
          <a:prstGeom prst="rect">
            <a:avLst/>
          </a:prstGeom>
        </p:spPr>
        <p:txBody>
          <a:bodyPr lIns="91439" tIns="45719" rIns="91439" bIns="45719" anchor="t"/>
          <a:lstStyle/>
          <a:p>
            <a:endParaRPr/>
          </a:p>
        </p:txBody>
      </p:sp>
      <p:sp>
        <p:nvSpPr>
          <p:cNvPr id="108" name="Title Text"/>
          <p:cNvSpPr txBox="1">
            <a:spLocks noGrp="1"/>
          </p:cNvSpPr>
          <p:nvPr>
            <p:ph type="title"/>
          </p:nvPr>
        </p:nvSpPr>
        <p:spPr>
          <a:prstGeom prst="rect">
            <a:avLst/>
          </a:prstGeom>
        </p:spPr>
        <p:txBody>
          <a:bodyPr/>
          <a:lstStyle/>
          <a:p>
            <a:r>
              <a:t>Title Text</a:t>
            </a:r>
          </a:p>
        </p:txBody>
      </p:sp>
      <p:sp>
        <p:nvSpPr>
          <p:cNvPr id="109" name="Body Level One…"/>
          <p:cNvSpPr txBox="1">
            <a:spLocks noGrp="1"/>
          </p:cNvSpPr>
          <p:nvPr>
            <p:ph type="body" sz="half" idx="1"/>
          </p:nvPr>
        </p:nvSpPr>
        <p:spPr>
          <a:xfrm>
            <a:off x="1190625" y="1946672"/>
            <a:ext cx="4726781" cy="4018359"/>
          </a:xfrm>
          <a:prstGeom prst="rect">
            <a:avLst/>
          </a:prstGeom>
        </p:spPr>
        <p:txBody>
          <a:bodyPr/>
          <a:lstStyle>
            <a:lvl1pPr marL="571002" indent="-347767">
              <a:spcBef>
                <a:spcPts val="2672"/>
              </a:spcBef>
              <a:defRPr sz="2250"/>
            </a:lvl1pPr>
            <a:lvl2pPr marL="883530" indent="-347767">
              <a:spcBef>
                <a:spcPts val="2672"/>
              </a:spcBef>
              <a:defRPr sz="2250"/>
            </a:lvl2pPr>
            <a:lvl3pPr marL="1196057" indent="-347767">
              <a:spcBef>
                <a:spcPts val="2672"/>
              </a:spcBef>
              <a:defRPr sz="2250"/>
            </a:lvl3pPr>
            <a:lvl4pPr marL="1508585" indent="-347767">
              <a:spcBef>
                <a:spcPts val="2672"/>
              </a:spcBef>
              <a:defRPr sz="2250"/>
            </a:lvl4pPr>
            <a:lvl5pPr marL="1821113" indent="-347767">
              <a:spcBef>
                <a:spcPts val="2672"/>
              </a:spcBef>
              <a:defRPr sz="2250"/>
            </a:lvl5pPr>
          </a:lstStyle>
          <a:p>
            <a:r>
              <a:t>Body Level One</a:t>
            </a:r>
          </a:p>
          <a:p>
            <a:pPr lvl="1"/>
            <a:r>
              <a:t>Body Level Two</a:t>
            </a:r>
          </a:p>
          <a:p>
            <a:pPr lvl="2"/>
            <a:r>
              <a:t>Body Level Three</a:t>
            </a:r>
          </a:p>
          <a:p>
            <a:pPr lvl="3"/>
            <a:r>
              <a:t>Body Level Four</a:t>
            </a:r>
          </a:p>
          <a:p>
            <a:pPr lvl="4"/>
            <a:r>
              <a:t>Body Level Five</a:t>
            </a:r>
          </a:p>
        </p:txBody>
      </p:sp>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66518854"/>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Title &amp; Bullets - Left">
    <p:spTree>
      <p:nvGrpSpPr>
        <p:cNvPr id="1" name=""/>
        <p:cNvGrpSpPr/>
        <p:nvPr/>
      </p:nvGrpSpPr>
      <p:grpSpPr>
        <a:xfrm>
          <a:off x="0" y="0"/>
          <a:ext cx="0" cy="0"/>
          <a:chOff x="0" y="0"/>
          <a:chExt cx="0" cy="0"/>
        </a:xfrm>
      </p:grpSpPr>
      <p:sp>
        <p:nvSpPr>
          <p:cNvPr id="117" name="Title Text"/>
          <p:cNvSpPr txBox="1">
            <a:spLocks noGrp="1"/>
          </p:cNvSpPr>
          <p:nvPr>
            <p:ph type="title"/>
          </p:nvPr>
        </p:nvSpPr>
        <p:spPr>
          <a:prstGeom prst="rect">
            <a:avLst/>
          </a:prstGeom>
        </p:spPr>
        <p:txBody>
          <a:bodyPr/>
          <a:lstStyle/>
          <a:p>
            <a:r>
              <a:t>Title Text</a:t>
            </a:r>
          </a:p>
        </p:txBody>
      </p:sp>
      <p:sp>
        <p:nvSpPr>
          <p:cNvPr id="118" name="Body Level One…"/>
          <p:cNvSpPr txBox="1">
            <a:spLocks noGrp="1"/>
          </p:cNvSpPr>
          <p:nvPr>
            <p:ph type="body" sz="half" idx="1"/>
          </p:nvPr>
        </p:nvSpPr>
        <p:spPr>
          <a:xfrm>
            <a:off x="1190625" y="1946672"/>
            <a:ext cx="4726781" cy="4018359"/>
          </a:xfrm>
          <a:prstGeom prst="rect">
            <a:avLst/>
          </a:prstGeom>
        </p:spPr>
        <p:txBody>
          <a:bodyPr/>
          <a:lstStyle>
            <a:lvl1pPr marL="571002" indent="-347767">
              <a:spcBef>
                <a:spcPts val="2672"/>
              </a:spcBef>
              <a:defRPr sz="2250"/>
            </a:lvl1pPr>
            <a:lvl2pPr marL="883530" indent="-347767">
              <a:spcBef>
                <a:spcPts val="2672"/>
              </a:spcBef>
              <a:defRPr sz="2250"/>
            </a:lvl2pPr>
            <a:lvl3pPr marL="1196057" indent="-347767">
              <a:spcBef>
                <a:spcPts val="2672"/>
              </a:spcBef>
              <a:defRPr sz="2250"/>
            </a:lvl3pPr>
            <a:lvl4pPr marL="1508585" indent="-347767">
              <a:spcBef>
                <a:spcPts val="2672"/>
              </a:spcBef>
              <a:defRPr sz="2250"/>
            </a:lvl4pPr>
            <a:lvl5pPr marL="1821113" indent="-347767">
              <a:spcBef>
                <a:spcPts val="2672"/>
              </a:spcBef>
              <a:defRPr sz="2250"/>
            </a:lvl5pPr>
          </a:lstStyle>
          <a:p>
            <a:r>
              <a:t>Body Level One</a:t>
            </a:r>
          </a:p>
          <a:p>
            <a:pPr lvl="1"/>
            <a:r>
              <a:t>Body Level Two</a:t>
            </a:r>
          </a:p>
          <a:p>
            <a:pPr lvl="2"/>
            <a:r>
              <a:t>Body Level Three</a:t>
            </a:r>
          </a:p>
          <a:p>
            <a:pPr lvl="3"/>
            <a:r>
              <a:t>Body Level Four</a:t>
            </a:r>
          </a:p>
          <a:p>
            <a:pPr lvl="4"/>
            <a:r>
              <a:t>Body Level Five</a:t>
            </a: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129424227"/>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Title &amp; Bullets - Right">
    <p:spTree>
      <p:nvGrpSpPr>
        <p:cNvPr id="1" name=""/>
        <p:cNvGrpSpPr/>
        <p:nvPr/>
      </p:nvGrpSpPr>
      <p:grpSpPr>
        <a:xfrm>
          <a:off x="0" y="0"/>
          <a:ext cx="0" cy="0"/>
          <a:chOff x="0" y="0"/>
          <a:chExt cx="0" cy="0"/>
        </a:xfrm>
      </p:grpSpPr>
      <p:sp>
        <p:nvSpPr>
          <p:cNvPr id="126" name="Title Text"/>
          <p:cNvSpPr txBox="1">
            <a:spLocks noGrp="1"/>
          </p:cNvSpPr>
          <p:nvPr>
            <p:ph type="title"/>
          </p:nvPr>
        </p:nvSpPr>
        <p:spPr>
          <a:prstGeom prst="rect">
            <a:avLst/>
          </a:prstGeom>
        </p:spPr>
        <p:txBody>
          <a:bodyPr/>
          <a:lstStyle/>
          <a:p>
            <a:r>
              <a:t>Title Text</a:t>
            </a:r>
          </a:p>
        </p:txBody>
      </p:sp>
      <p:sp>
        <p:nvSpPr>
          <p:cNvPr id="127" name="Body Level One…"/>
          <p:cNvSpPr txBox="1">
            <a:spLocks noGrp="1"/>
          </p:cNvSpPr>
          <p:nvPr>
            <p:ph type="body" sz="quarter" idx="1"/>
          </p:nvPr>
        </p:nvSpPr>
        <p:spPr>
          <a:xfrm>
            <a:off x="7286625" y="1946672"/>
            <a:ext cx="3714750" cy="4018359"/>
          </a:xfrm>
          <a:prstGeom prst="rect">
            <a:avLst/>
          </a:prstGeom>
        </p:spPr>
        <p:txBody>
          <a:bodyPr/>
          <a:lstStyle>
            <a:lvl1pPr marL="571002" indent="-347767">
              <a:spcBef>
                <a:spcPts val="2672"/>
              </a:spcBef>
              <a:defRPr sz="2250"/>
            </a:lvl1pPr>
            <a:lvl2pPr marL="883530" indent="-347767">
              <a:spcBef>
                <a:spcPts val="2672"/>
              </a:spcBef>
              <a:defRPr sz="2250"/>
            </a:lvl2pPr>
            <a:lvl3pPr marL="1196057" indent="-347767">
              <a:spcBef>
                <a:spcPts val="2672"/>
              </a:spcBef>
              <a:defRPr sz="2250"/>
            </a:lvl3pPr>
            <a:lvl4pPr marL="1508585" indent="-347767">
              <a:spcBef>
                <a:spcPts val="2672"/>
              </a:spcBef>
              <a:defRPr sz="2250"/>
            </a:lvl4pPr>
            <a:lvl5pPr marL="1821113" indent="-347767">
              <a:spcBef>
                <a:spcPts val="2672"/>
              </a:spcBef>
              <a:defRPr sz="2250"/>
            </a:lvl5pPr>
          </a:lstStyle>
          <a:p>
            <a:r>
              <a:t>Body Level One</a:t>
            </a:r>
          </a:p>
          <a:p>
            <a:pPr lvl="1"/>
            <a:r>
              <a:t>Body Level Two</a:t>
            </a:r>
          </a:p>
          <a:p>
            <a:pPr lvl="2"/>
            <a:r>
              <a:t>Body Level Three</a:t>
            </a:r>
          </a:p>
          <a:p>
            <a:pPr lvl="3"/>
            <a:r>
              <a:t>Body Level Four</a:t>
            </a:r>
          </a:p>
          <a:p>
            <a:pPr lvl="4"/>
            <a:r>
              <a:t>Body Level Five</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9094570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200FB-FCA4-B5B6-F3E6-483870FE8A2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7DA3982-A36D-68F6-778D-033D7DA432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1B20C9-75DD-E1E0-844E-FBC0EC0A2264}"/>
              </a:ext>
            </a:extLst>
          </p:cNvPr>
          <p:cNvSpPr>
            <a:spLocks noGrp="1"/>
          </p:cNvSpPr>
          <p:nvPr>
            <p:ph type="dt" sz="half" idx="10"/>
          </p:nvPr>
        </p:nvSpPr>
        <p:spPr/>
        <p:txBody>
          <a:bodyPr/>
          <a:lstStyle/>
          <a:p>
            <a:fld id="{7EDD340C-685B-4337-846F-1A0560545117}" type="datetimeFigureOut">
              <a:rPr lang="en-GB" smtClean="0"/>
              <a:t>22/09/2023</a:t>
            </a:fld>
            <a:endParaRPr lang="en-GB"/>
          </a:p>
        </p:txBody>
      </p:sp>
      <p:sp>
        <p:nvSpPr>
          <p:cNvPr id="5" name="Footer Placeholder 4">
            <a:extLst>
              <a:ext uri="{FF2B5EF4-FFF2-40B4-BE49-F238E27FC236}">
                <a16:creationId xmlns:a16="http://schemas.microsoft.com/office/drawing/2014/main" id="{012EF9E0-ABA1-1633-C2E6-DC6C3904FA8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1148598-F533-B033-66F6-E352D30F4F3C}"/>
              </a:ext>
            </a:extLst>
          </p:cNvPr>
          <p:cNvSpPr>
            <a:spLocks noGrp="1"/>
          </p:cNvSpPr>
          <p:nvPr>
            <p:ph type="sldNum" sz="quarter" idx="12"/>
          </p:nvPr>
        </p:nvSpPr>
        <p:spPr/>
        <p:txBody>
          <a:bodyPr/>
          <a:lstStyle/>
          <a:p>
            <a:fld id="{C8633205-321A-4D7B-BB68-B11B5401242D}" type="slidenum">
              <a:rPr lang="en-GB" smtClean="0"/>
              <a:t>‹#›</a:t>
            </a:fld>
            <a:endParaRPr lang="en-GB"/>
          </a:p>
        </p:txBody>
      </p:sp>
    </p:spTree>
    <p:extLst>
      <p:ext uri="{BB962C8B-B14F-4D97-AF65-F5344CB8AC3E}">
        <p14:creationId xmlns:p14="http://schemas.microsoft.com/office/powerpoint/2010/main" val="2111069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image" Target="../media/image1.png"/><Relationship Id="rId2" Type="http://schemas.openxmlformats.org/officeDocument/2006/relationships/slideLayout" Target="../slideLayouts/slideLayout9.xml"/><Relationship Id="rId16"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11800" y="681037"/>
            <a:ext cx="5842000" cy="1009651"/>
          </a:xfrm>
          <a:prstGeom prst="rect">
            <a:avLst/>
          </a:prstGeom>
        </p:spPr>
        <p:txBody>
          <a:bodyPr vert="horz" lIns="91440" tIns="45720" rIns="91440" bIns="45720" rtlCol="0" anchor="t">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24FB1-CB24-4B4C-BFD4-AD276D9A4059}" type="datetimeFigureOut">
              <a:rPr lang="en-GB" smtClean="0"/>
              <a:t>22/09/2023</a:t>
            </a:fld>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19F3F6-C255-4AC5-91C2-3F61B6509B36}" type="slidenum">
              <a:rPr lang="en-GB" smtClean="0"/>
              <a:t>‹#›</a:t>
            </a:fld>
            <a:endParaRPr lang="en-GB"/>
          </a:p>
        </p:txBody>
      </p:sp>
      <p:pic>
        <p:nvPicPr>
          <p:cNvPr id="9" name="Picture 8">
            <a:extLst>
              <a:ext uri="{FF2B5EF4-FFF2-40B4-BE49-F238E27FC236}">
                <a16:creationId xmlns:a16="http://schemas.microsoft.com/office/drawing/2014/main" id="{46262A0F-9E49-6B4D-94F3-647B33A25AE7}"/>
              </a:ext>
              <a:ext uri="{C183D7F6-B498-43B3-948B-1728B52AA6E4}">
                <adec:decorative xmlns:adec="http://schemas.microsoft.com/office/drawing/2017/decorative" val="1"/>
              </a:ext>
            </a:extLst>
          </p:cNvPr>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35699181"/>
      </p:ext>
    </p:extLst>
  </p:cSld>
  <p:clrMap bg1="lt1" tx1="dk1" bg2="lt2" tx2="dk2" accent1="accent1" accent2="accent2" accent3="accent3" accent4="accent4" accent5="accent5" accent6="accent6" hlink="hlink" folHlink="folHlink"/>
  <p:sldLayoutIdLst>
    <p:sldLayoutId id="2147483683" r:id="rId1"/>
    <p:sldLayoutId id="2147483652" r:id="rId2"/>
    <p:sldLayoutId id="2147483653" r:id="rId3"/>
    <p:sldLayoutId id="2147483649" r:id="rId4"/>
    <p:sldLayoutId id="2147483654" r:id="rId5"/>
    <p:sldLayoutId id="2147483656" r:id="rId6"/>
    <p:sldLayoutId id="2147483684" r:id="rId7"/>
  </p:sldLayoutIdLst>
  <p:txStyles>
    <p:titleStyle>
      <a:lvl1pPr algn="r" defTabSz="914400" rtl="0" eaLnBrk="1" latinLnBrk="0" hangingPunct="1">
        <a:lnSpc>
          <a:spcPct val="90000"/>
        </a:lnSpc>
        <a:spcBef>
          <a:spcPct val="0"/>
        </a:spcBef>
        <a:buNone/>
        <a:defRPr sz="2800" b="1" kern="1200">
          <a:solidFill>
            <a:schemeClr val="accent1">
              <a:lumMod val="50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p:nvPr>
        </p:nvSpPr>
        <p:spPr>
          <a:xfrm>
            <a:off x="1190625" y="892969"/>
            <a:ext cx="9810750" cy="50720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r>
              <a:t>Body Level One</a:t>
            </a:r>
          </a:p>
          <a:p>
            <a:pPr lvl="1"/>
            <a:r>
              <a:t>Body Level Two</a:t>
            </a:r>
          </a:p>
          <a:p>
            <a:pPr lvl="2"/>
            <a:r>
              <a:t>Body Level Three</a:t>
            </a:r>
          </a:p>
          <a:p>
            <a:pPr lvl="3"/>
            <a:r>
              <a:t>Body Level Four</a:t>
            </a:r>
          </a:p>
          <a:p>
            <a:pPr lvl="4"/>
            <a:r>
              <a:t>Body Level Five</a:t>
            </a:r>
          </a:p>
        </p:txBody>
      </p:sp>
      <p:sp>
        <p:nvSpPr>
          <p:cNvPr id="3" name="Title Text"/>
          <p:cNvSpPr txBox="1">
            <a:spLocks noGrp="1"/>
          </p:cNvSpPr>
          <p:nvPr>
            <p:ph type="title"/>
          </p:nvPr>
        </p:nvSpPr>
        <p:spPr>
          <a:xfrm>
            <a:off x="1190625" y="178594"/>
            <a:ext cx="9810750" cy="171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r>
              <a:t>Title Text</a:t>
            </a:r>
          </a:p>
        </p:txBody>
      </p:sp>
      <p:sp>
        <p:nvSpPr>
          <p:cNvPr id="4" name="Slide Number"/>
          <p:cNvSpPr txBox="1">
            <a:spLocks noGrp="1"/>
          </p:cNvSpPr>
          <p:nvPr>
            <p:ph type="sldNum" sz="quarter" idx="2"/>
          </p:nvPr>
        </p:nvSpPr>
        <p:spPr>
          <a:xfrm>
            <a:off x="5929312" y="6471314"/>
            <a:ext cx="291747" cy="297389"/>
          </a:xfrm>
          <a:prstGeom prst="rect">
            <a:avLst/>
          </a:prstGeom>
          <a:ln w="12700">
            <a:miter lim="400000"/>
          </a:ln>
        </p:spPr>
        <p:txBody>
          <a:bodyPr wrap="none" lIns="50800" tIns="50800" rIns="50800" bIns="50800" anchor="b">
            <a:spAutoFit/>
          </a:bodyPr>
          <a:lstStyle>
            <a:lvl1pPr>
              <a:defRPr sz="1266"/>
            </a:lvl1pPr>
          </a:lstStyle>
          <a:p>
            <a:fld id="{86CB4B4D-7CA3-9044-876B-883B54F8677D}" type="slidenum">
              <a:t>‹#›</a:t>
            </a:fld>
            <a:endParaRPr/>
          </a:p>
        </p:txBody>
      </p:sp>
      <p:pic>
        <p:nvPicPr>
          <p:cNvPr id="5" name="Picture 4">
            <a:extLst>
              <a:ext uri="{FF2B5EF4-FFF2-40B4-BE49-F238E27FC236}">
                <a16:creationId xmlns:a16="http://schemas.microsoft.com/office/drawing/2014/main" id="{54C67A06-F643-4BEB-82E7-8636E864403E}"/>
              </a:ext>
              <a:ext uri="{C183D7F6-B498-43B3-948B-1728B52AA6E4}">
                <adec:decorative xmlns:adec="http://schemas.microsoft.com/office/drawing/2017/decorative" val="1"/>
              </a:ext>
            </a:extLst>
          </p:cNvPr>
          <p:cNvPicPr>
            <a:picLocks noChangeAspect="1"/>
          </p:cNvPicPr>
          <p:nvPr userDrawn="1"/>
        </p:nvPicPr>
        <p:blipFill>
          <a:blip r:embed="rId17">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8434577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Lst>
  <p:transition spd="med"/>
  <p:txStyles>
    <p:titleStyle>
      <a:lvl1pPr marL="0" marR="0" indent="0" algn="ctr" defTabSz="410751" rtl="0" latinLnBrk="0">
        <a:lnSpc>
          <a:spcPct val="100000"/>
        </a:lnSpc>
        <a:spcBef>
          <a:spcPts val="0"/>
        </a:spcBef>
        <a:spcAft>
          <a:spcPts val="0"/>
        </a:spcAft>
        <a:buClrTx/>
        <a:buSzTx/>
        <a:buFontTx/>
        <a:buNone/>
        <a:tabLst/>
        <a:defRPr sz="5906" b="0" i="0" u="none" strike="noStrike" cap="none" spc="0" baseline="0">
          <a:solidFill>
            <a:srgbClr val="000000"/>
          </a:solidFill>
          <a:uFillTx/>
          <a:latin typeface="+mn-lt"/>
          <a:ea typeface="+mn-ea"/>
          <a:cs typeface="+mn-cs"/>
          <a:sym typeface="Gill Sans"/>
        </a:defRPr>
      </a:lvl1pPr>
      <a:lvl2pPr marL="0" marR="0" indent="160729" algn="ctr" defTabSz="410751" rtl="0" latinLnBrk="0">
        <a:lnSpc>
          <a:spcPct val="100000"/>
        </a:lnSpc>
        <a:spcBef>
          <a:spcPts val="0"/>
        </a:spcBef>
        <a:spcAft>
          <a:spcPts val="0"/>
        </a:spcAft>
        <a:buClrTx/>
        <a:buSzTx/>
        <a:buFontTx/>
        <a:buNone/>
        <a:tabLst/>
        <a:defRPr sz="5906" b="0" i="0" u="none" strike="noStrike" cap="none" spc="0" baseline="0">
          <a:solidFill>
            <a:srgbClr val="000000"/>
          </a:solidFill>
          <a:uFillTx/>
          <a:latin typeface="+mn-lt"/>
          <a:ea typeface="+mn-ea"/>
          <a:cs typeface="+mn-cs"/>
          <a:sym typeface="Gill Sans"/>
        </a:defRPr>
      </a:lvl2pPr>
      <a:lvl3pPr marL="0" marR="0" indent="321457" algn="ctr" defTabSz="410751" rtl="0" latinLnBrk="0">
        <a:lnSpc>
          <a:spcPct val="100000"/>
        </a:lnSpc>
        <a:spcBef>
          <a:spcPts val="0"/>
        </a:spcBef>
        <a:spcAft>
          <a:spcPts val="0"/>
        </a:spcAft>
        <a:buClrTx/>
        <a:buSzTx/>
        <a:buFontTx/>
        <a:buNone/>
        <a:tabLst/>
        <a:defRPr sz="5906" b="0" i="0" u="none" strike="noStrike" cap="none" spc="0" baseline="0">
          <a:solidFill>
            <a:srgbClr val="000000"/>
          </a:solidFill>
          <a:uFillTx/>
          <a:latin typeface="+mn-lt"/>
          <a:ea typeface="+mn-ea"/>
          <a:cs typeface="+mn-cs"/>
          <a:sym typeface="Gill Sans"/>
        </a:defRPr>
      </a:lvl3pPr>
      <a:lvl4pPr marL="0" marR="0" indent="482186" algn="ctr" defTabSz="410751" rtl="0" latinLnBrk="0">
        <a:lnSpc>
          <a:spcPct val="100000"/>
        </a:lnSpc>
        <a:spcBef>
          <a:spcPts val="0"/>
        </a:spcBef>
        <a:spcAft>
          <a:spcPts val="0"/>
        </a:spcAft>
        <a:buClrTx/>
        <a:buSzTx/>
        <a:buFontTx/>
        <a:buNone/>
        <a:tabLst/>
        <a:defRPr sz="5906" b="0" i="0" u="none" strike="noStrike" cap="none" spc="0" baseline="0">
          <a:solidFill>
            <a:srgbClr val="000000"/>
          </a:solidFill>
          <a:uFillTx/>
          <a:latin typeface="+mn-lt"/>
          <a:ea typeface="+mn-ea"/>
          <a:cs typeface="+mn-cs"/>
          <a:sym typeface="Gill Sans"/>
        </a:defRPr>
      </a:lvl4pPr>
      <a:lvl5pPr marL="0" marR="0" indent="642915" algn="ctr" defTabSz="410751" rtl="0" latinLnBrk="0">
        <a:lnSpc>
          <a:spcPct val="100000"/>
        </a:lnSpc>
        <a:spcBef>
          <a:spcPts val="0"/>
        </a:spcBef>
        <a:spcAft>
          <a:spcPts val="0"/>
        </a:spcAft>
        <a:buClrTx/>
        <a:buSzTx/>
        <a:buFontTx/>
        <a:buNone/>
        <a:tabLst/>
        <a:defRPr sz="5906" b="0" i="0" u="none" strike="noStrike" cap="none" spc="0" baseline="0">
          <a:solidFill>
            <a:srgbClr val="000000"/>
          </a:solidFill>
          <a:uFillTx/>
          <a:latin typeface="+mn-lt"/>
          <a:ea typeface="+mn-ea"/>
          <a:cs typeface="+mn-cs"/>
          <a:sym typeface="Gill Sans"/>
        </a:defRPr>
      </a:lvl5pPr>
      <a:lvl6pPr marL="0" marR="0" indent="803643" algn="ctr" defTabSz="410751" rtl="0" latinLnBrk="0">
        <a:lnSpc>
          <a:spcPct val="100000"/>
        </a:lnSpc>
        <a:spcBef>
          <a:spcPts val="0"/>
        </a:spcBef>
        <a:spcAft>
          <a:spcPts val="0"/>
        </a:spcAft>
        <a:buClrTx/>
        <a:buSzTx/>
        <a:buFontTx/>
        <a:buNone/>
        <a:tabLst/>
        <a:defRPr sz="5906" b="0" i="0" u="none" strike="noStrike" cap="none" spc="0" baseline="0">
          <a:solidFill>
            <a:srgbClr val="000000"/>
          </a:solidFill>
          <a:uFillTx/>
          <a:latin typeface="+mn-lt"/>
          <a:ea typeface="+mn-ea"/>
          <a:cs typeface="+mn-cs"/>
          <a:sym typeface="Gill Sans"/>
        </a:defRPr>
      </a:lvl6pPr>
      <a:lvl7pPr marL="0" marR="0" indent="964372" algn="ctr" defTabSz="410751" rtl="0" latinLnBrk="0">
        <a:lnSpc>
          <a:spcPct val="100000"/>
        </a:lnSpc>
        <a:spcBef>
          <a:spcPts val="0"/>
        </a:spcBef>
        <a:spcAft>
          <a:spcPts val="0"/>
        </a:spcAft>
        <a:buClrTx/>
        <a:buSzTx/>
        <a:buFontTx/>
        <a:buNone/>
        <a:tabLst/>
        <a:defRPr sz="5906" b="0" i="0" u="none" strike="noStrike" cap="none" spc="0" baseline="0">
          <a:solidFill>
            <a:srgbClr val="000000"/>
          </a:solidFill>
          <a:uFillTx/>
          <a:latin typeface="+mn-lt"/>
          <a:ea typeface="+mn-ea"/>
          <a:cs typeface="+mn-cs"/>
          <a:sym typeface="Gill Sans"/>
        </a:defRPr>
      </a:lvl7pPr>
      <a:lvl8pPr marL="0" marR="0" indent="1125101" algn="ctr" defTabSz="410751" rtl="0" latinLnBrk="0">
        <a:lnSpc>
          <a:spcPct val="100000"/>
        </a:lnSpc>
        <a:spcBef>
          <a:spcPts val="0"/>
        </a:spcBef>
        <a:spcAft>
          <a:spcPts val="0"/>
        </a:spcAft>
        <a:buClrTx/>
        <a:buSzTx/>
        <a:buFontTx/>
        <a:buNone/>
        <a:tabLst/>
        <a:defRPr sz="5906" b="0" i="0" u="none" strike="noStrike" cap="none" spc="0" baseline="0">
          <a:solidFill>
            <a:srgbClr val="000000"/>
          </a:solidFill>
          <a:uFillTx/>
          <a:latin typeface="+mn-lt"/>
          <a:ea typeface="+mn-ea"/>
          <a:cs typeface="+mn-cs"/>
          <a:sym typeface="Gill Sans"/>
        </a:defRPr>
      </a:lvl8pPr>
      <a:lvl9pPr marL="0" marR="0" indent="1285829" algn="ctr" defTabSz="410751" rtl="0" latinLnBrk="0">
        <a:lnSpc>
          <a:spcPct val="100000"/>
        </a:lnSpc>
        <a:spcBef>
          <a:spcPts val="0"/>
        </a:spcBef>
        <a:spcAft>
          <a:spcPts val="0"/>
        </a:spcAft>
        <a:buClrTx/>
        <a:buSzTx/>
        <a:buFontTx/>
        <a:buNone/>
        <a:tabLst/>
        <a:defRPr sz="5906" b="0" i="0" u="none" strike="noStrike" cap="none" spc="0" baseline="0">
          <a:solidFill>
            <a:srgbClr val="000000"/>
          </a:solidFill>
          <a:uFillTx/>
          <a:latin typeface="+mn-lt"/>
          <a:ea typeface="+mn-ea"/>
          <a:cs typeface="+mn-cs"/>
          <a:sym typeface="Gill Sans"/>
        </a:defRPr>
      </a:lvl9pPr>
    </p:titleStyle>
    <p:bodyStyle>
      <a:lvl1pPr marL="625056"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1pPr>
      <a:lvl2pPr marL="937584"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2pPr>
      <a:lvl3pPr marL="1250112"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3pPr>
      <a:lvl4pPr marL="1562640"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4pPr>
      <a:lvl5pPr marL="1875168"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5pPr>
      <a:lvl6pPr marL="2125190"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6pPr>
      <a:lvl7pPr marL="2375212"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7pPr>
      <a:lvl8pPr marL="2625235"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8pPr>
      <a:lvl9pPr marL="2875257"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9pPr>
    </p:bodyStyle>
    <p:otherStyle>
      <a:lvl1pPr marL="0" marR="0" indent="0" algn="ctr" defTabSz="410751" latinLnBrk="0">
        <a:lnSpc>
          <a:spcPct val="100000"/>
        </a:lnSpc>
        <a:spcBef>
          <a:spcPts val="0"/>
        </a:spcBef>
        <a:spcAft>
          <a:spcPts val="0"/>
        </a:spcAft>
        <a:buClrTx/>
        <a:buSzTx/>
        <a:buFontTx/>
        <a:buNone/>
        <a:tabLst/>
        <a:defRPr sz="1266" b="0" i="0" u="none" strike="noStrike" cap="none" spc="0" baseline="0">
          <a:solidFill>
            <a:schemeClr val="tx1"/>
          </a:solidFill>
          <a:uFillTx/>
          <a:latin typeface="+mn-lt"/>
          <a:ea typeface="+mn-ea"/>
          <a:cs typeface="+mn-cs"/>
          <a:sym typeface="Gill Sans"/>
        </a:defRPr>
      </a:lvl1pPr>
      <a:lvl2pPr marL="0" marR="0" indent="160729" algn="ctr" defTabSz="410751" latinLnBrk="0">
        <a:lnSpc>
          <a:spcPct val="100000"/>
        </a:lnSpc>
        <a:spcBef>
          <a:spcPts val="0"/>
        </a:spcBef>
        <a:spcAft>
          <a:spcPts val="0"/>
        </a:spcAft>
        <a:buClrTx/>
        <a:buSzTx/>
        <a:buFontTx/>
        <a:buNone/>
        <a:tabLst/>
        <a:defRPr sz="1266" b="0" i="0" u="none" strike="noStrike" cap="none" spc="0" baseline="0">
          <a:solidFill>
            <a:schemeClr val="tx1"/>
          </a:solidFill>
          <a:uFillTx/>
          <a:latin typeface="+mn-lt"/>
          <a:ea typeface="+mn-ea"/>
          <a:cs typeface="+mn-cs"/>
          <a:sym typeface="Gill Sans"/>
        </a:defRPr>
      </a:lvl2pPr>
      <a:lvl3pPr marL="0" marR="0" indent="321457" algn="ctr" defTabSz="410751" latinLnBrk="0">
        <a:lnSpc>
          <a:spcPct val="100000"/>
        </a:lnSpc>
        <a:spcBef>
          <a:spcPts val="0"/>
        </a:spcBef>
        <a:spcAft>
          <a:spcPts val="0"/>
        </a:spcAft>
        <a:buClrTx/>
        <a:buSzTx/>
        <a:buFontTx/>
        <a:buNone/>
        <a:tabLst/>
        <a:defRPr sz="1266" b="0" i="0" u="none" strike="noStrike" cap="none" spc="0" baseline="0">
          <a:solidFill>
            <a:schemeClr val="tx1"/>
          </a:solidFill>
          <a:uFillTx/>
          <a:latin typeface="+mn-lt"/>
          <a:ea typeface="+mn-ea"/>
          <a:cs typeface="+mn-cs"/>
          <a:sym typeface="Gill Sans"/>
        </a:defRPr>
      </a:lvl3pPr>
      <a:lvl4pPr marL="0" marR="0" indent="482186" algn="ctr" defTabSz="410751" latinLnBrk="0">
        <a:lnSpc>
          <a:spcPct val="100000"/>
        </a:lnSpc>
        <a:spcBef>
          <a:spcPts val="0"/>
        </a:spcBef>
        <a:spcAft>
          <a:spcPts val="0"/>
        </a:spcAft>
        <a:buClrTx/>
        <a:buSzTx/>
        <a:buFontTx/>
        <a:buNone/>
        <a:tabLst/>
        <a:defRPr sz="1266" b="0" i="0" u="none" strike="noStrike" cap="none" spc="0" baseline="0">
          <a:solidFill>
            <a:schemeClr val="tx1"/>
          </a:solidFill>
          <a:uFillTx/>
          <a:latin typeface="+mn-lt"/>
          <a:ea typeface="+mn-ea"/>
          <a:cs typeface="+mn-cs"/>
          <a:sym typeface="Gill Sans"/>
        </a:defRPr>
      </a:lvl4pPr>
      <a:lvl5pPr marL="0" marR="0" indent="642915" algn="ctr" defTabSz="410751" latinLnBrk="0">
        <a:lnSpc>
          <a:spcPct val="100000"/>
        </a:lnSpc>
        <a:spcBef>
          <a:spcPts val="0"/>
        </a:spcBef>
        <a:spcAft>
          <a:spcPts val="0"/>
        </a:spcAft>
        <a:buClrTx/>
        <a:buSzTx/>
        <a:buFontTx/>
        <a:buNone/>
        <a:tabLst/>
        <a:defRPr sz="1266" b="0" i="0" u="none" strike="noStrike" cap="none" spc="0" baseline="0">
          <a:solidFill>
            <a:schemeClr val="tx1"/>
          </a:solidFill>
          <a:uFillTx/>
          <a:latin typeface="+mn-lt"/>
          <a:ea typeface="+mn-ea"/>
          <a:cs typeface="+mn-cs"/>
          <a:sym typeface="Gill Sans"/>
        </a:defRPr>
      </a:lvl5pPr>
      <a:lvl6pPr marL="0" marR="0" indent="803643" algn="ctr" defTabSz="410751" latinLnBrk="0">
        <a:lnSpc>
          <a:spcPct val="100000"/>
        </a:lnSpc>
        <a:spcBef>
          <a:spcPts val="0"/>
        </a:spcBef>
        <a:spcAft>
          <a:spcPts val="0"/>
        </a:spcAft>
        <a:buClrTx/>
        <a:buSzTx/>
        <a:buFontTx/>
        <a:buNone/>
        <a:tabLst/>
        <a:defRPr sz="1266" b="0" i="0" u="none" strike="noStrike" cap="none" spc="0" baseline="0">
          <a:solidFill>
            <a:schemeClr val="tx1"/>
          </a:solidFill>
          <a:uFillTx/>
          <a:latin typeface="+mn-lt"/>
          <a:ea typeface="+mn-ea"/>
          <a:cs typeface="+mn-cs"/>
          <a:sym typeface="Gill Sans"/>
        </a:defRPr>
      </a:lvl6pPr>
      <a:lvl7pPr marL="0" marR="0" indent="964372" algn="ctr" defTabSz="410751" latinLnBrk="0">
        <a:lnSpc>
          <a:spcPct val="100000"/>
        </a:lnSpc>
        <a:spcBef>
          <a:spcPts val="0"/>
        </a:spcBef>
        <a:spcAft>
          <a:spcPts val="0"/>
        </a:spcAft>
        <a:buClrTx/>
        <a:buSzTx/>
        <a:buFontTx/>
        <a:buNone/>
        <a:tabLst/>
        <a:defRPr sz="1266" b="0" i="0" u="none" strike="noStrike" cap="none" spc="0" baseline="0">
          <a:solidFill>
            <a:schemeClr val="tx1"/>
          </a:solidFill>
          <a:uFillTx/>
          <a:latin typeface="+mn-lt"/>
          <a:ea typeface="+mn-ea"/>
          <a:cs typeface="+mn-cs"/>
          <a:sym typeface="Gill Sans"/>
        </a:defRPr>
      </a:lvl7pPr>
      <a:lvl8pPr marL="0" marR="0" indent="1125101" algn="ctr" defTabSz="410751" latinLnBrk="0">
        <a:lnSpc>
          <a:spcPct val="100000"/>
        </a:lnSpc>
        <a:spcBef>
          <a:spcPts val="0"/>
        </a:spcBef>
        <a:spcAft>
          <a:spcPts val="0"/>
        </a:spcAft>
        <a:buClrTx/>
        <a:buSzTx/>
        <a:buFontTx/>
        <a:buNone/>
        <a:tabLst/>
        <a:defRPr sz="1266" b="0" i="0" u="none" strike="noStrike" cap="none" spc="0" baseline="0">
          <a:solidFill>
            <a:schemeClr val="tx1"/>
          </a:solidFill>
          <a:uFillTx/>
          <a:latin typeface="+mn-lt"/>
          <a:ea typeface="+mn-ea"/>
          <a:cs typeface="+mn-cs"/>
          <a:sym typeface="Gill Sans"/>
        </a:defRPr>
      </a:lvl8pPr>
      <a:lvl9pPr marL="0" marR="0" indent="1285829" algn="ctr" defTabSz="410751" latinLnBrk="0">
        <a:lnSpc>
          <a:spcPct val="100000"/>
        </a:lnSpc>
        <a:spcBef>
          <a:spcPts val="0"/>
        </a:spcBef>
        <a:spcAft>
          <a:spcPts val="0"/>
        </a:spcAft>
        <a:buClrTx/>
        <a:buSzTx/>
        <a:buFontTx/>
        <a:buNone/>
        <a:tabLst/>
        <a:defRPr sz="1266" b="0" i="0" u="none" strike="noStrike" cap="none" spc="0" baseline="0">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image" Target="../media/image70.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2.xml"/><Relationship Id="rId1" Type="http://schemas.openxmlformats.org/officeDocument/2006/relationships/video" Target="https://www.youtube.com/embed/DRRjp_Aq3Ao?feature=oembed" TargetMode="External"/><Relationship Id="rId4" Type="http://schemas.openxmlformats.org/officeDocument/2006/relationships/image" Target="../media/image25.jpeg"/></Relationships>
</file>

<file path=ppt/slides/_rels/slide3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Gilbert Scott Building">
            <a:extLst>
              <a:ext uri="{FF2B5EF4-FFF2-40B4-BE49-F238E27FC236}">
                <a16:creationId xmlns:a16="http://schemas.microsoft.com/office/drawing/2014/main" id="{0BEDC7DD-9485-6F49-9598-637045E704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690418" y="1657926"/>
            <a:ext cx="6613631" cy="1062182"/>
          </a:xfrm>
        </p:spPr>
        <p:txBody>
          <a:bodyPr>
            <a:normAutofit/>
          </a:bodyPr>
          <a:lstStyle/>
          <a:p>
            <a:r>
              <a:rPr lang="en-GB" dirty="0">
                <a:solidFill>
                  <a:schemeClr val="tx1"/>
                </a:solidFill>
              </a:rPr>
              <a:t>Professor David Flynn</a:t>
            </a:r>
            <a:br>
              <a:rPr lang="en-GB" dirty="0">
                <a:solidFill>
                  <a:schemeClr val="tx1"/>
                </a:solidFill>
              </a:rPr>
            </a:br>
            <a:endParaRPr lang="en-GB" dirty="0">
              <a:solidFill>
                <a:schemeClr val="tx1"/>
              </a:solidFill>
            </a:endParaRPr>
          </a:p>
        </p:txBody>
      </p:sp>
      <p:sp>
        <p:nvSpPr>
          <p:cNvPr id="3" name="Subtitle 2"/>
          <p:cNvSpPr>
            <a:spLocks noGrp="1"/>
          </p:cNvSpPr>
          <p:nvPr>
            <p:ph type="subTitle" idx="1"/>
          </p:nvPr>
        </p:nvSpPr>
        <p:spPr>
          <a:xfrm>
            <a:off x="690418" y="2721121"/>
            <a:ext cx="5680364" cy="1062182"/>
          </a:xfrm>
        </p:spPr>
        <p:txBody>
          <a:bodyPr/>
          <a:lstStyle/>
          <a:p>
            <a:r>
              <a:rPr lang="en-GB" dirty="0">
                <a:solidFill>
                  <a:schemeClr val="tx1"/>
                </a:solidFill>
              </a:rPr>
              <a:t>Variables and Operators - EN2083 </a:t>
            </a:r>
          </a:p>
        </p:txBody>
      </p:sp>
    </p:spTree>
    <p:extLst>
      <p:ext uri="{BB962C8B-B14F-4D97-AF65-F5344CB8AC3E}">
        <p14:creationId xmlns:p14="http://schemas.microsoft.com/office/powerpoint/2010/main" val="4244171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Variables &amp; Operators"/>
          <p:cNvSpPr txBox="1">
            <a:spLocks noGrp="1"/>
          </p:cNvSpPr>
          <p:nvPr>
            <p:ph type="ctrTitle"/>
          </p:nvPr>
        </p:nvSpPr>
        <p:spPr>
          <a:xfrm>
            <a:off x="1190625" y="-586926"/>
            <a:ext cx="9810750" cy="2321719"/>
          </a:xfrm>
          <a:prstGeom prst="rect">
            <a:avLst/>
          </a:prstGeom>
        </p:spPr>
        <p:txBody>
          <a:bodyPr/>
          <a:lstStyle/>
          <a:p>
            <a:r>
              <a:rPr dirty="0"/>
              <a:t>Variables &amp; Operators</a:t>
            </a:r>
          </a:p>
        </p:txBody>
      </p:sp>
      <p:sp>
        <p:nvSpPr>
          <p:cNvPr id="138" name="(including input and output)…"/>
          <p:cNvSpPr txBox="1">
            <a:spLocks noGrp="1"/>
          </p:cNvSpPr>
          <p:nvPr>
            <p:ph type="subTitle" sz="quarter" idx="1"/>
          </p:nvPr>
        </p:nvSpPr>
        <p:spPr>
          <a:xfrm>
            <a:off x="2416969" y="1797300"/>
            <a:ext cx="7358063" cy="1312664"/>
          </a:xfrm>
          <a:prstGeom prst="rect">
            <a:avLst/>
          </a:prstGeom>
        </p:spPr>
        <p:txBody>
          <a:bodyPr/>
          <a:lstStyle/>
          <a:p>
            <a:r>
              <a:rPr dirty="0"/>
              <a:t>(including input and output)</a:t>
            </a:r>
          </a:p>
          <a:p>
            <a:r>
              <a:rPr sz="1800" dirty="0"/>
              <a:t>(thanks to </a:t>
            </a:r>
            <a:r>
              <a:rPr lang="en-GB" sz="1800" dirty="0"/>
              <a:t>Dr Scott Roy </a:t>
            </a:r>
            <a:r>
              <a:rPr sz="1800" dirty="0"/>
              <a:t>for </a:t>
            </a:r>
            <a:r>
              <a:rPr lang="en-GB" sz="1800" dirty="0"/>
              <a:t>these materials</a:t>
            </a:r>
            <a:r>
              <a:rPr sz="1800" dirty="0"/>
              <a:t>)</a:t>
            </a:r>
          </a:p>
        </p:txBody>
      </p:sp>
      <p:pic>
        <p:nvPicPr>
          <p:cNvPr id="2052" name="Picture 4" descr="Operators and Expressions in Python">
            <a:extLst>
              <a:ext uri="{FF2B5EF4-FFF2-40B4-BE49-F238E27FC236}">
                <a16:creationId xmlns:a16="http://schemas.microsoft.com/office/drawing/2014/main" id="{F04553E2-44D7-A8E8-CECC-8F434D1B5C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8328" y="2796602"/>
            <a:ext cx="6820525" cy="3836545"/>
          </a:xfrm>
          <a:prstGeom prst="rect">
            <a:avLst/>
          </a:prstGeom>
          <a:noFill/>
          <a:extLst>
            <a:ext uri="{909E8E84-426E-40DD-AFC4-6F175D3DCCD1}">
              <a14:hiddenFill xmlns:a14="http://schemas.microsoft.com/office/drawing/2010/main">
                <a:solidFill>
                  <a:srgbClr val="FFFFFF"/>
                </a:solidFill>
              </a14:hiddenFill>
            </a:ext>
          </a:extLst>
        </p:spPr>
      </p:pic>
      <p:sp>
        <p:nvSpPr>
          <p:cNvPr id="2" name="(including input and output)…">
            <a:extLst>
              <a:ext uri="{FF2B5EF4-FFF2-40B4-BE49-F238E27FC236}">
                <a16:creationId xmlns:a16="http://schemas.microsoft.com/office/drawing/2014/main" id="{30C287E9-C3BD-55E0-36E3-6364B04000E1}"/>
              </a:ext>
            </a:extLst>
          </p:cNvPr>
          <p:cNvSpPr txBox="1">
            <a:spLocks/>
          </p:cNvSpPr>
          <p:nvPr/>
        </p:nvSpPr>
        <p:spPr>
          <a:xfrm>
            <a:off x="2952521" y="6078268"/>
            <a:ext cx="3787047" cy="466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t"/>
          <a:lstStyle>
            <a:lvl1pPr marL="0" marR="0" indent="0" algn="ctr" defTabSz="410751" rtl="0" latinLnBrk="0">
              <a:lnSpc>
                <a:spcPct val="100000"/>
              </a:lnSpc>
              <a:spcBef>
                <a:spcPts val="0"/>
              </a:spcBef>
              <a:spcAft>
                <a:spcPts val="0"/>
              </a:spcAft>
              <a:buClrTx/>
              <a:buSzTx/>
              <a:buFontTx/>
              <a:buNone/>
              <a:tabLst/>
              <a:defRPr sz="2531" b="0" i="0" u="none" strike="noStrike" cap="none" spc="0" baseline="0">
                <a:solidFill>
                  <a:srgbClr val="000000"/>
                </a:solidFill>
                <a:uFillTx/>
                <a:latin typeface="+mn-lt"/>
                <a:ea typeface="+mn-ea"/>
                <a:cs typeface="+mn-cs"/>
                <a:sym typeface="Gill Sans"/>
              </a:defRPr>
            </a:lvl1pPr>
            <a:lvl2pPr marL="0" marR="0" indent="0" algn="ctr" defTabSz="410751" rtl="0" latinLnBrk="0">
              <a:lnSpc>
                <a:spcPct val="100000"/>
              </a:lnSpc>
              <a:spcBef>
                <a:spcPts val="0"/>
              </a:spcBef>
              <a:spcAft>
                <a:spcPts val="0"/>
              </a:spcAft>
              <a:buClrTx/>
              <a:buSzTx/>
              <a:buFontTx/>
              <a:buNone/>
              <a:tabLst/>
              <a:defRPr sz="2531" b="0" i="0" u="none" strike="noStrike" cap="none" spc="0" baseline="0">
                <a:solidFill>
                  <a:srgbClr val="000000"/>
                </a:solidFill>
                <a:uFillTx/>
                <a:latin typeface="+mn-lt"/>
                <a:ea typeface="+mn-ea"/>
                <a:cs typeface="+mn-cs"/>
                <a:sym typeface="Gill Sans"/>
              </a:defRPr>
            </a:lvl2pPr>
            <a:lvl3pPr marL="0" marR="0" indent="0" algn="ctr" defTabSz="410751" rtl="0" latinLnBrk="0">
              <a:lnSpc>
                <a:spcPct val="100000"/>
              </a:lnSpc>
              <a:spcBef>
                <a:spcPts val="0"/>
              </a:spcBef>
              <a:spcAft>
                <a:spcPts val="0"/>
              </a:spcAft>
              <a:buClrTx/>
              <a:buSzTx/>
              <a:buFontTx/>
              <a:buNone/>
              <a:tabLst/>
              <a:defRPr sz="2531" b="0" i="0" u="none" strike="noStrike" cap="none" spc="0" baseline="0">
                <a:solidFill>
                  <a:srgbClr val="000000"/>
                </a:solidFill>
                <a:uFillTx/>
                <a:latin typeface="+mn-lt"/>
                <a:ea typeface="+mn-ea"/>
                <a:cs typeface="+mn-cs"/>
                <a:sym typeface="Gill Sans"/>
              </a:defRPr>
            </a:lvl3pPr>
            <a:lvl4pPr marL="0" marR="0" indent="0" algn="ctr" defTabSz="410751" rtl="0" latinLnBrk="0">
              <a:lnSpc>
                <a:spcPct val="100000"/>
              </a:lnSpc>
              <a:spcBef>
                <a:spcPts val="0"/>
              </a:spcBef>
              <a:spcAft>
                <a:spcPts val="0"/>
              </a:spcAft>
              <a:buClrTx/>
              <a:buSzTx/>
              <a:buFontTx/>
              <a:buNone/>
              <a:tabLst/>
              <a:defRPr sz="2531" b="0" i="0" u="none" strike="noStrike" cap="none" spc="0" baseline="0">
                <a:solidFill>
                  <a:srgbClr val="000000"/>
                </a:solidFill>
                <a:uFillTx/>
                <a:latin typeface="+mn-lt"/>
                <a:ea typeface="+mn-ea"/>
                <a:cs typeface="+mn-cs"/>
                <a:sym typeface="Gill Sans"/>
              </a:defRPr>
            </a:lvl4pPr>
            <a:lvl5pPr marL="0" marR="0" indent="0" algn="ctr" defTabSz="410751" rtl="0" latinLnBrk="0">
              <a:lnSpc>
                <a:spcPct val="100000"/>
              </a:lnSpc>
              <a:spcBef>
                <a:spcPts val="0"/>
              </a:spcBef>
              <a:spcAft>
                <a:spcPts val="0"/>
              </a:spcAft>
              <a:buClrTx/>
              <a:buSzTx/>
              <a:buFontTx/>
              <a:buNone/>
              <a:tabLst/>
              <a:defRPr sz="2531" b="0" i="0" u="none" strike="noStrike" cap="none" spc="0" baseline="0">
                <a:solidFill>
                  <a:srgbClr val="000000"/>
                </a:solidFill>
                <a:uFillTx/>
                <a:latin typeface="+mn-lt"/>
                <a:ea typeface="+mn-ea"/>
                <a:cs typeface="+mn-cs"/>
                <a:sym typeface="Gill Sans"/>
              </a:defRPr>
            </a:lvl5pPr>
            <a:lvl6pPr marL="2125190"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6pPr>
            <a:lvl7pPr marL="2375212"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7pPr>
            <a:lvl8pPr marL="2625235"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8pPr>
            <a:lvl9pPr marL="2875257"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9pPr>
          </a:lstStyle>
          <a:p>
            <a:r>
              <a:rPr lang="en-GB" sz="1800" kern="0" dirty="0"/>
              <a:t>Most of the operators for python…</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5038B2E0-5A9B-B0E3-35E8-2F864230CAAC}"/>
              </a:ext>
            </a:extLst>
          </p:cNvPr>
          <p:cNvSpPr/>
          <p:nvPr/>
        </p:nvSpPr>
        <p:spPr>
          <a:xfrm>
            <a:off x="5036457" y="3771028"/>
            <a:ext cx="1488646" cy="671978"/>
          </a:xfrm>
          <a:prstGeom prst="ellipse">
            <a:avLst/>
          </a:prstGeom>
          <a:solidFill>
            <a:srgbClr val="E78D8F">
              <a:alpha val="55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IN"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3" name="Oval 2">
            <a:extLst>
              <a:ext uri="{FF2B5EF4-FFF2-40B4-BE49-F238E27FC236}">
                <a16:creationId xmlns:a16="http://schemas.microsoft.com/office/drawing/2014/main" id="{6CA18140-E6F9-76A8-9DB5-7ABEB0603592}"/>
              </a:ext>
            </a:extLst>
          </p:cNvPr>
          <p:cNvSpPr/>
          <p:nvPr/>
        </p:nvSpPr>
        <p:spPr>
          <a:xfrm>
            <a:off x="7470183" y="3745256"/>
            <a:ext cx="1239320" cy="671978"/>
          </a:xfrm>
          <a:prstGeom prst="ellipse">
            <a:avLst/>
          </a:prstGeom>
          <a:solidFill>
            <a:srgbClr val="E1CB93">
              <a:alpha val="54902"/>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IN"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140" name="Variables"/>
          <p:cNvSpPr txBox="1">
            <a:spLocks noGrp="1"/>
          </p:cNvSpPr>
          <p:nvPr>
            <p:ph type="ctrTitle"/>
          </p:nvPr>
        </p:nvSpPr>
        <p:spPr>
          <a:xfrm>
            <a:off x="1190625" y="527817"/>
            <a:ext cx="9810750" cy="2321719"/>
          </a:xfrm>
          <a:prstGeom prst="rect">
            <a:avLst/>
          </a:prstGeom>
        </p:spPr>
        <p:txBody>
          <a:bodyPr/>
          <a:lstStyle/>
          <a:p>
            <a:r>
              <a:rPr dirty="0"/>
              <a:t>Variables</a:t>
            </a:r>
          </a:p>
        </p:txBody>
      </p:sp>
      <p:sp>
        <p:nvSpPr>
          <p:cNvPr id="141" name="(making memory memorable)"/>
          <p:cNvSpPr txBox="1">
            <a:spLocks noGrp="1"/>
          </p:cNvSpPr>
          <p:nvPr>
            <p:ph type="subTitle" sz="quarter" idx="1"/>
          </p:nvPr>
        </p:nvSpPr>
        <p:spPr>
          <a:xfrm>
            <a:off x="1190625" y="2912043"/>
            <a:ext cx="9810750" cy="794742"/>
          </a:xfrm>
          <a:prstGeom prst="rect">
            <a:avLst/>
          </a:prstGeom>
        </p:spPr>
        <p:txBody>
          <a:bodyPr/>
          <a:lstStyle/>
          <a:p>
            <a:r>
              <a:rPr dirty="0"/>
              <a:t>(making memory memorable)</a:t>
            </a:r>
          </a:p>
        </p:txBody>
      </p:sp>
      <p:sp>
        <p:nvSpPr>
          <p:cNvPr id="2" name="TextBox 1">
            <a:extLst>
              <a:ext uri="{FF2B5EF4-FFF2-40B4-BE49-F238E27FC236}">
                <a16:creationId xmlns:a16="http://schemas.microsoft.com/office/drawing/2014/main" id="{386D8BA2-EB70-AE09-F7D5-6146542B8917}"/>
              </a:ext>
            </a:extLst>
          </p:cNvPr>
          <p:cNvSpPr txBox="1"/>
          <p:nvPr/>
        </p:nvSpPr>
        <p:spPr>
          <a:xfrm>
            <a:off x="3482495" y="3783728"/>
            <a:ext cx="5227008"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GB" sz="3200" b="0" i="0" u="none" strike="noStrike" cap="none" spc="0" normalizeH="0" baseline="0" dirty="0">
                <a:ln>
                  <a:noFill/>
                </a:ln>
                <a:solidFill>
                  <a:srgbClr val="000000"/>
                </a:solidFill>
                <a:effectLst/>
                <a:uFillTx/>
                <a:latin typeface="+mn-lt"/>
                <a:ea typeface="+mn-ea"/>
                <a:cs typeface="+mn-cs"/>
                <a:sym typeface="Gill Sans"/>
              </a:rPr>
              <a:t>Example: 3 Apple in the Basket</a:t>
            </a:r>
            <a:endParaRPr kumimoji="0" lang="en-IN" sz="3200" b="0" i="0" u="none" strike="noStrike" cap="none" spc="0" normalizeH="0" baseline="0" dirty="0">
              <a:ln>
                <a:noFill/>
              </a:ln>
              <a:solidFill>
                <a:srgbClr val="000000"/>
              </a:solidFill>
              <a:effectLst/>
              <a:uFillTx/>
              <a:latin typeface="+mn-lt"/>
              <a:ea typeface="+mn-ea"/>
              <a:cs typeface="+mn-cs"/>
              <a:sym typeface="Gill Sans"/>
            </a:endParaRPr>
          </a:p>
        </p:txBody>
      </p:sp>
      <p:cxnSp>
        <p:nvCxnSpPr>
          <p:cNvPr id="6" name="Straight Arrow Connector 5">
            <a:extLst>
              <a:ext uri="{FF2B5EF4-FFF2-40B4-BE49-F238E27FC236}">
                <a16:creationId xmlns:a16="http://schemas.microsoft.com/office/drawing/2014/main" id="{868CF3AF-B015-1430-5DDD-BCC134782562}"/>
              </a:ext>
            </a:extLst>
          </p:cNvPr>
          <p:cNvCxnSpPr/>
          <p:nvPr/>
        </p:nvCxnSpPr>
        <p:spPr>
          <a:xfrm flipV="1">
            <a:off x="4851400" y="4378763"/>
            <a:ext cx="774700" cy="76292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7" name="Straight Arrow Connector 6">
            <a:extLst>
              <a:ext uri="{FF2B5EF4-FFF2-40B4-BE49-F238E27FC236}">
                <a16:creationId xmlns:a16="http://schemas.microsoft.com/office/drawing/2014/main" id="{AE676A8B-30AC-0FEE-20C5-C430FB482253}"/>
              </a:ext>
            </a:extLst>
          </p:cNvPr>
          <p:cNvCxnSpPr>
            <a:cxnSpLocks/>
          </p:cNvCxnSpPr>
          <p:nvPr/>
        </p:nvCxnSpPr>
        <p:spPr>
          <a:xfrm flipH="1" flipV="1">
            <a:off x="8089843" y="4391463"/>
            <a:ext cx="619660" cy="764599"/>
          </a:xfrm>
          <a:prstGeom prst="straightConnector1">
            <a:avLst/>
          </a:prstGeom>
          <a:ln>
            <a:solidFill>
              <a:srgbClr val="E1CB93"/>
            </a:solidFill>
            <a:tailEnd type="triangle"/>
          </a:ln>
        </p:spPr>
        <p:style>
          <a:lnRef idx="3">
            <a:schemeClr val="accent4"/>
          </a:lnRef>
          <a:fillRef idx="0">
            <a:schemeClr val="accent4"/>
          </a:fillRef>
          <a:effectRef idx="2">
            <a:schemeClr val="accent4"/>
          </a:effectRef>
          <a:fontRef idx="minor">
            <a:schemeClr val="tx1"/>
          </a:fontRef>
        </p:style>
      </p:cxnSp>
      <p:sp>
        <p:nvSpPr>
          <p:cNvPr id="9" name="TextBox 8">
            <a:extLst>
              <a:ext uri="{FF2B5EF4-FFF2-40B4-BE49-F238E27FC236}">
                <a16:creationId xmlns:a16="http://schemas.microsoft.com/office/drawing/2014/main" id="{B571AE64-596D-EA08-7133-3CBB036B4CBB}"/>
              </a:ext>
            </a:extLst>
          </p:cNvPr>
          <p:cNvSpPr txBox="1"/>
          <p:nvPr/>
        </p:nvSpPr>
        <p:spPr>
          <a:xfrm>
            <a:off x="4359150" y="5081957"/>
            <a:ext cx="87960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GB" sz="2800" b="0" i="0" u="none" strike="noStrike" cap="none" spc="0" normalizeH="0" baseline="0" dirty="0">
                <a:ln>
                  <a:noFill/>
                </a:ln>
                <a:solidFill>
                  <a:srgbClr val="000000"/>
                </a:solidFill>
                <a:effectLst/>
                <a:uFillTx/>
                <a:latin typeface="+mn-lt"/>
                <a:ea typeface="+mn-ea"/>
                <a:cs typeface="+mn-cs"/>
                <a:sym typeface="Gill Sans"/>
              </a:rPr>
              <a:t>value</a:t>
            </a:r>
            <a:endParaRPr kumimoji="0" lang="en-IN" sz="2800" b="0" i="0" u="none" strike="noStrike" cap="none" spc="0" normalizeH="0" baseline="0" dirty="0">
              <a:ln>
                <a:noFill/>
              </a:ln>
              <a:solidFill>
                <a:srgbClr val="000000"/>
              </a:solidFill>
              <a:effectLst/>
              <a:uFillTx/>
              <a:latin typeface="+mn-lt"/>
              <a:ea typeface="+mn-ea"/>
              <a:cs typeface="+mn-cs"/>
              <a:sym typeface="Gill Sans"/>
            </a:endParaRPr>
          </a:p>
        </p:txBody>
      </p:sp>
      <p:sp>
        <p:nvSpPr>
          <p:cNvPr id="10" name="TextBox 9">
            <a:extLst>
              <a:ext uri="{FF2B5EF4-FFF2-40B4-BE49-F238E27FC236}">
                <a16:creationId xmlns:a16="http://schemas.microsoft.com/office/drawing/2014/main" id="{EDBAD871-BB07-675B-46C4-EEF7D5A976E7}"/>
              </a:ext>
            </a:extLst>
          </p:cNvPr>
          <p:cNvSpPr txBox="1"/>
          <p:nvPr/>
        </p:nvSpPr>
        <p:spPr>
          <a:xfrm>
            <a:off x="8080551" y="5081956"/>
            <a:ext cx="1257909"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GB" sz="2800" b="0" i="0" u="none" strike="noStrike" cap="none" spc="0" normalizeH="0" baseline="0" dirty="0">
                <a:ln>
                  <a:noFill/>
                </a:ln>
                <a:solidFill>
                  <a:srgbClr val="000000"/>
                </a:solidFill>
                <a:effectLst/>
                <a:uFillTx/>
                <a:latin typeface="+mn-lt"/>
                <a:ea typeface="+mn-ea"/>
                <a:cs typeface="+mn-cs"/>
                <a:sym typeface="Gill Sans"/>
              </a:rPr>
              <a:t>variable</a:t>
            </a:r>
            <a:endParaRPr kumimoji="0" lang="en-IN" sz="2800" b="0" i="0" u="none" strike="noStrike" cap="none" spc="0" normalizeH="0" baseline="0" dirty="0">
              <a:ln>
                <a:noFill/>
              </a:ln>
              <a:solidFill>
                <a:srgbClr val="000000"/>
              </a:solidFill>
              <a:effectLst/>
              <a:uFillTx/>
              <a:latin typeface="+mn-lt"/>
              <a:ea typeface="+mn-ea"/>
              <a:cs typeface="+mn-cs"/>
              <a:sym typeface="Gill Sans"/>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First non-Variables"/>
          <p:cNvSpPr txBox="1">
            <a:spLocks noGrp="1"/>
          </p:cNvSpPr>
          <p:nvPr>
            <p:ph type="title"/>
          </p:nvPr>
        </p:nvSpPr>
        <p:spPr>
          <a:xfrm>
            <a:off x="1190625" y="0"/>
            <a:ext cx="9810750" cy="1714500"/>
          </a:xfrm>
          <a:prstGeom prst="rect">
            <a:avLst/>
          </a:prstGeom>
        </p:spPr>
        <p:txBody>
          <a:bodyPr/>
          <a:lstStyle/>
          <a:p>
            <a:r>
              <a:rPr dirty="0"/>
              <a:t>First non-Variables</a:t>
            </a:r>
          </a:p>
        </p:txBody>
      </p:sp>
      <p:sp>
        <p:nvSpPr>
          <p:cNvPr id="144" name="Literal constants are just constants, literally!…"/>
          <p:cNvSpPr txBox="1">
            <a:spLocks noGrp="1"/>
          </p:cNvSpPr>
          <p:nvPr>
            <p:ph type="body" idx="1"/>
          </p:nvPr>
        </p:nvSpPr>
        <p:spPr>
          <a:xfrm>
            <a:off x="223951" y="1803400"/>
            <a:ext cx="7358063" cy="4607719"/>
          </a:xfrm>
          <a:prstGeom prst="rect">
            <a:avLst/>
          </a:prstGeom>
        </p:spPr>
        <p:txBody>
          <a:bodyPr/>
          <a:lstStyle/>
          <a:p>
            <a:r>
              <a:rPr dirty="0"/>
              <a:t>Literal constants are just constants, literally!</a:t>
            </a:r>
          </a:p>
          <a:p>
            <a:r>
              <a:rPr dirty="0"/>
              <a:t>-</a:t>
            </a:r>
            <a:r>
              <a:rPr dirty="0">
                <a:latin typeface="Courier"/>
                <a:ea typeface="Courier"/>
                <a:cs typeface="Courier"/>
                <a:sym typeface="Courier"/>
              </a:rPr>
              <a:t>7,</a:t>
            </a:r>
            <a:r>
              <a:rPr dirty="0"/>
              <a:t>  </a:t>
            </a:r>
            <a:r>
              <a:rPr dirty="0">
                <a:latin typeface="Courier"/>
                <a:ea typeface="Courier"/>
                <a:cs typeface="Courier"/>
                <a:sym typeface="Courier"/>
              </a:rPr>
              <a:t>7.2, 16E-10, 3j, </a:t>
            </a:r>
            <a:r>
              <a:rPr dirty="0">
                <a:solidFill>
                  <a:srgbClr val="942192"/>
                </a:solidFill>
                <a:latin typeface="Courier"/>
                <a:ea typeface="Courier"/>
                <a:cs typeface="Courier"/>
                <a:sym typeface="Courier"/>
              </a:rPr>
              <a:t>True</a:t>
            </a:r>
            <a:r>
              <a:rPr dirty="0">
                <a:latin typeface="Courier"/>
                <a:ea typeface="Courier"/>
                <a:cs typeface="Courier"/>
                <a:sym typeface="Courier"/>
              </a:rPr>
              <a:t>,...</a:t>
            </a:r>
          </a:p>
          <a:p>
            <a:r>
              <a:rPr dirty="0"/>
              <a:t>Python decides on whether these are integers, floating points or Booleans and </a:t>
            </a:r>
            <a:r>
              <a:rPr dirty="0" err="1"/>
              <a:t>organises</a:t>
            </a:r>
            <a:r>
              <a:rPr dirty="0"/>
              <a:t> memory storage appropriately.</a:t>
            </a:r>
          </a:p>
          <a:p>
            <a:r>
              <a:rPr dirty="0">
                <a:latin typeface="Courier"/>
                <a:ea typeface="Courier"/>
                <a:cs typeface="Courier"/>
                <a:sym typeface="Courier"/>
              </a:rPr>
              <a:t>'Fred', "Fred",</a:t>
            </a:r>
            <a:r>
              <a:rPr dirty="0"/>
              <a:t> </a:t>
            </a:r>
            <a:r>
              <a:rPr dirty="0">
                <a:latin typeface="Courier"/>
                <a:ea typeface="Courier"/>
                <a:cs typeface="Courier"/>
                <a:sym typeface="Courier"/>
              </a:rPr>
              <a:t>"""Fred</a:t>
            </a:r>
            <a:br>
              <a:rPr dirty="0">
                <a:latin typeface="Courier"/>
                <a:ea typeface="Courier"/>
                <a:cs typeface="Courier"/>
                <a:sym typeface="Courier"/>
              </a:rPr>
            </a:br>
            <a:r>
              <a:rPr dirty="0">
                <a:latin typeface="Courier"/>
                <a:ea typeface="Courier"/>
                <a:cs typeface="Courier"/>
                <a:sym typeface="Courier"/>
              </a:rPr>
              <a:t>									Fred""",...</a:t>
            </a:r>
          </a:p>
          <a:p>
            <a:r>
              <a:rPr dirty="0"/>
              <a:t>string constants: triple quotes for multi-line</a:t>
            </a:r>
          </a:p>
        </p:txBody>
      </p:sp>
      <p:pic>
        <p:nvPicPr>
          <p:cNvPr id="3" name="Picture 2">
            <a:extLst>
              <a:ext uri="{FF2B5EF4-FFF2-40B4-BE49-F238E27FC236}">
                <a16:creationId xmlns:a16="http://schemas.microsoft.com/office/drawing/2014/main" id="{3214E5F1-0378-CD3A-D1BF-2DB0F4B0341C}"/>
              </a:ext>
            </a:extLst>
          </p:cNvPr>
          <p:cNvPicPr>
            <a:picLocks noChangeAspect="1"/>
          </p:cNvPicPr>
          <p:nvPr/>
        </p:nvPicPr>
        <p:blipFill>
          <a:blip r:embed="rId3"/>
          <a:stretch>
            <a:fillRect/>
          </a:stretch>
        </p:blipFill>
        <p:spPr>
          <a:xfrm>
            <a:off x="7351140" y="1366157"/>
            <a:ext cx="4398515" cy="4607719"/>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Variables"/>
          <p:cNvSpPr txBox="1">
            <a:spLocks noGrp="1"/>
          </p:cNvSpPr>
          <p:nvPr>
            <p:ph type="title"/>
          </p:nvPr>
        </p:nvSpPr>
        <p:spPr>
          <a:xfrm>
            <a:off x="1323975" y="0"/>
            <a:ext cx="7858125" cy="1297781"/>
          </a:xfrm>
          <a:prstGeom prst="rect">
            <a:avLst/>
          </a:prstGeom>
        </p:spPr>
        <p:txBody>
          <a:bodyPr/>
          <a:lstStyle/>
          <a:p>
            <a:r>
              <a:rPr dirty="0"/>
              <a:t>Variables</a:t>
            </a:r>
          </a:p>
        </p:txBody>
      </p:sp>
      <p:sp>
        <p:nvSpPr>
          <p:cNvPr id="149" name="An alias to the value in a memory location.…"/>
          <p:cNvSpPr txBox="1">
            <a:spLocks noGrp="1"/>
          </p:cNvSpPr>
          <p:nvPr>
            <p:ph type="body" idx="1"/>
          </p:nvPr>
        </p:nvSpPr>
        <p:spPr>
          <a:xfrm>
            <a:off x="914400" y="1831918"/>
            <a:ext cx="10203543" cy="4607719"/>
          </a:xfrm>
          <a:prstGeom prst="rect">
            <a:avLst/>
          </a:prstGeom>
        </p:spPr>
        <p:txBody>
          <a:bodyPr/>
          <a:lstStyle/>
          <a:p>
            <a:r>
              <a:rPr dirty="0"/>
              <a:t>An alias to the value in a memory location.</a:t>
            </a:r>
          </a:p>
          <a:p>
            <a:r>
              <a:rPr dirty="0"/>
              <a:t>Variable names should be meaningful : </a:t>
            </a:r>
            <a:r>
              <a:rPr dirty="0" err="1">
                <a:latin typeface="Courier"/>
                <a:ea typeface="Courier"/>
                <a:cs typeface="Courier"/>
                <a:sym typeface="Courier"/>
              </a:rPr>
              <a:t>myAge</a:t>
            </a:r>
            <a:r>
              <a:rPr dirty="0"/>
              <a:t>,  </a:t>
            </a:r>
            <a:r>
              <a:rPr dirty="0" err="1">
                <a:latin typeface="Courier"/>
                <a:ea typeface="Courier"/>
                <a:cs typeface="Courier"/>
                <a:sym typeface="Courier"/>
              </a:rPr>
              <a:t>initial_speed</a:t>
            </a:r>
            <a:r>
              <a:rPr dirty="0"/>
              <a:t>,  </a:t>
            </a:r>
            <a:r>
              <a:rPr dirty="0">
                <a:latin typeface="Courier"/>
                <a:ea typeface="Courier"/>
                <a:cs typeface="Courier"/>
                <a:sym typeface="Courier"/>
              </a:rPr>
              <a:t>profit</a:t>
            </a:r>
          </a:p>
          <a:p>
            <a:pPr lvl="1">
              <a:buChar char="-"/>
              <a:defRPr sz="3600"/>
            </a:pPr>
            <a:r>
              <a:rPr dirty="0"/>
              <a:t>makes code understandable; sharpens thinking</a:t>
            </a:r>
          </a:p>
          <a:p>
            <a:r>
              <a:rPr dirty="0"/>
              <a:t>Actual location in physical memory chosen by the operating system, and can change.</a:t>
            </a:r>
          </a:p>
          <a:p>
            <a:r>
              <a:rPr dirty="0"/>
              <a:t>Can extract an </a:t>
            </a:r>
            <a:r>
              <a:rPr i="1" dirty="0"/>
              <a:t>address</a:t>
            </a:r>
            <a:r>
              <a:rPr dirty="0"/>
              <a:t> of the memory location,  using </a:t>
            </a:r>
            <a:r>
              <a:rPr dirty="0">
                <a:latin typeface="Courier"/>
                <a:ea typeface="Courier"/>
                <a:cs typeface="Courier"/>
                <a:sym typeface="Courier"/>
              </a:rPr>
              <a:t>id(</a:t>
            </a:r>
            <a:r>
              <a:rPr dirty="0" err="1">
                <a:latin typeface="Courier"/>
                <a:ea typeface="Courier"/>
                <a:cs typeface="Courier"/>
                <a:sym typeface="Courier"/>
              </a:rPr>
              <a:t>myAge</a:t>
            </a:r>
            <a:r>
              <a:rPr dirty="0">
                <a:latin typeface="Courier"/>
                <a:ea typeface="Courier"/>
                <a:cs typeface="Courier"/>
                <a:sym typeface="Courier"/>
              </a:rPr>
              <a:t>)</a:t>
            </a:r>
            <a:r>
              <a:rPr dirty="0"/>
              <a:t> in </a:t>
            </a:r>
            <a:r>
              <a:rPr dirty="0" err="1"/>
              <a:t>CPython</a:t>
            </a:r>
            <a:endParaRPr dirty="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Variable Names"/>
          <p:cNvSpPr txBox="1">
            <a:spLocks noGrp="1"/>
          </p:cNvSpPr>
          <p:nvPr>
            <p:ph type="title"/>
          </p:nvPr>
        </p:nvSpPr>
        <p:spPr>
          <a:xfrm>
            <a:off x="1190625" y="-85814"/>
            <a:ext cx="9810750" cy="1714500"/>
          </a:xfrm>
          <a:prstGeom prst="rect">
            <a:avLst/>
          </a:prstGeom>
        </p:spPr>
        <p:txBody>
          <a:bodyPr/>
          <a:lstStyle/>
          <a:p>
            <a:r>
              <a:rPr dirty="0"/>
              <a:t>Variable Names</a:t>
            </a:r>
          </a:p>
        </p:txBody>
      </p:sp>
      <p:sp>
        <p:nvSpPr>
          <p:cNvPr id="154" name="made up of letters, digits, and underscore…"/>
          <p:cNvSpPr txBox="1">
            <a:spLocks noGrp="1"/>
          </p:cNvSpPr>
          <p:nvPr>
            <p:ph type="body" idx="1"/>
          </p:nvPr>
        </p:nvSpPr>
        <p:spPr>
          <a:xfrm>
            <a:off x="203654" y="2062786"/>
            <a:ext cx="6879318" cy="4018359"/>
          </a:xfrm>
          <a:prstGeom prst="rect">
            <a:avLst/>
          </a:prstGeom>
        </p:spPr>
        <p:txBody>
          <a:bodyPr/>
          <a:lstStyle/>
          <a:p>
            <a:r>
              <a:rPr dirty="0"/>
              <a:t>made up of letters, digits, and underscore</a:t>
            </a:r>
          </a:p>
          <a:p>
            <a:r>
              <a:rPr dirty="0"/>
              <a:t>case sensitive</a:t>
            </a:r>
          </a:p>
          <a:p>
            <a:r>
              <a:rPr dirty="0"/>
              <a:t>first character must be a letter or underscore</a:t>
            </a:r>
          </a:p>
          <a:p>
            <a:r>
              <a:rPr dirty="0"/>
              <a:t>Python keywords (</a:t>
            </a:r>
            <a:r>
              <a:rPr dirty="0">
                <a:solidFill>
                  <a:srgbClr val="0433FF"/>
                </a:solidFill>
                <a:latin typeface="Courier"/>
                <a:ea typeface="Courier"/>
                <a:cs typeface="Courier"/>
                <a:sym typeface="Courier"/>
              </a:rPr>
              <a:t>if</a:t>
            </a:r>
            <a:r>
              <a:rPr dirty="0">
                <a:latin typeface="Courier"/>
                <a:ea typeface="Courier"/>
                <a:cs typeface="Courier"/>
                <a:sym typeface="Courier"/>
              </a:rPr>
              <a:t> </a:t>
            </a:r>
            <a:r>
              <a:rPr dirty="0">
                <a:solidFill>
                  <a:srgbClr val="0433FF"/>
                </a:solidFill>
                <a:latin typeface="Courier"/>
                <a:ea typeface="Courier"/>
                <a:cs typeface="Courier"/>
                <a:sym typeface="Courier"/>
              </a:rPr>
              <a:t>for</a:t>
            </a:r>
            <a:r>
              <a:rPr dirty="0"/>
              <a:t>, etc.) barred</a:t>
            </a:r>
          </a:p>
          <a:p>
            <a:r>
              <a:rPr dirty="0"/>
              <a:t>don’t use obviously confusing names (i.e. </a:t>
            </a:r>
            <a:r>
              <a:rPr dirty="0">
                <a:latin typeface="Courier"/>
                <a:ea typeface="Courier"/>
                <a:cs typeface="Courier"/>
                <a:sym typeface="Courier"/>
              </a:rPr>
              <a:t>l</a:t>
            </a:r>
            <a:r>
              <a:rPr dirty="0"/>
              <a:t>, lower case L) unless you’re</a:t>
            </a:r>
            <a:r>
              <a:rPr lang="en-GB" dirty="0"/>
              <a:t> </a:t>
            </a:r>
            <a:r>
              <a:rPr dirty="0"/>
              <a:t>obfuscating.</a:t>
            </a:r>
          </a:p>
        </p:txBody>
      </p:sp>
      <p:sp>
        <p:nvSpPr>
          <p:cNvPr id="2" name="Rectangle 1">
            <a:extLst>
              <a:ext uri="{FF2B5EF4-FFF2-40B4-BE49-F238E27FC236}">
                <a16:creationId xmlns:a16="http://schemas.microsoft.com/office/drawing/2014/main" id="{E904FF68-4232-6058-D44B-B16CB0FC720B}"/>
              </a:ext>
            </a:extLst>
          </p:cNvPr>
          <p:cNvSpPr/>
          <p:nvPr/>
        </p:nvSpPr>
        <p:spPr>
          <a:xfrm>
            <a:off x="7532915" y="1167559"/>
            <a:ext cx="3802744" cy="3980577"/>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GB" sz="3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rPr>
              <a:t>Robot_Name1</a:t>
            </a:r>
            <a:endParaRPr lang="en-GB" sz="3600" dirty="0">
              <a:solidFill>
                <a:srgbClr val="FFFFFF"/>
              </a:solidFill>
              <a:effectLst>
                <a:outerShdw blurRad="38100" dist="12700" dir="5400000" rotWithShape="0">
                  <a:srgbClr val="000000">
                    <a:alpha val="50000"/>
                  </a:srgbClr>
                </a:outerShdw>
              </a:effectLst>
              <a:sym typeface="Gill Sans"/>
            </a:endParaRPr>
          </a:p>
          <a:p>
            <a:pPr marL="0" marR="0" indent="0" algn="ctr" defTabSz="584200" rtl="0" fontAlgn="auto" latinLnBrk="0" hangingPunct="0">
              <a:lnSpc>
                <a:spcPct val="100000"/>
              </a:lnSpc>
              <a:spcBef>
                <a:spcPts val="0"/>
              </a:spcBef>
              <a:spcAft>
                <a:spcPts val="0"/>
              </a:spcAft>
              <a:buClrTx/>
              <a:buSzTx/>
              <a:buFontTx/>
              <a:buNone/>
              <a:tabLst/>
            </a:pPr>
            <a:r>
              <a:rPr kumimoji="0" lang="en-GB" sz="3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rPr>
              <a:t>≠</a:t>
            </a:r>
          </a:p>
          <a:p>
            <a:pPr marL="0" marR="0" indent="0" algn="ctr" defTabSz="584200" rtl="0" fontAlgn="auto" latinLnBrk="0" hangingPunct="0">
              <a:lnSpc>
                <a:spcPct val="100000"/>
              </a:lnSpc>
              <a:spcBef>
                <a:spcPts val="0"/>
              </a:spcBef>
              <a:spcAft>
                <a:spcPts val="0"/>
              </a:spcAft>
              <a:buClrTx/>
              <a:buSzTx/>
              <a:buFontTx/>
              <a:buNone/>
              <a:tabLst/>
            </a:pPr>
            <a:r>
              <a:rPr lang="en-GB" sz="3600" dirty="0">
                <a:solidFill>
                  <a:srgbClr val="FFFFFF"/>
                </a:solidFill>
                <a:effectLst>
                  <a:outerShdw blurRad="38100" dist="12700" dir="5400000" rotWithShape="0">
                    <a:srgbClr val="000000">
                      <a:alpha val="50000"/>
                    </a:srgbClr>
                  </a:outerShdw>
                </a:effectLst>
                <a:sym typeface="Gill Sans"/>
              </a:rPr>
              <a:t>robot_name1</a:t>
            </a:r>
          </a:p>
          <a:p>
            <a:pPr algn="ctr" defTabSz="584200" hangingPunct="0"/>
            <a:r>
              <a:rPr kumimoji="0" lang="en-GB" sz="3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rPr>
              <a:t>≠</a:t>
            </a:r>
          </a:p>
          <a:p>
            <a:pPr marL="0" marR="0" indent="0" algn="ctr" defTabSz="584200" rtl="0" fontAlgn="auto" latinLnBrk="0" hangingPunct="0">
              <a:lnSpc>
                <a:spcPct val="100000"/>
              </a:lnSpc>
              <a:spcBef>
                <a:spcPts val="0"/>
              </a:spcBef>
              <a:spcAft>
                <a:spcPts val="0"/>
              </a:spcAft>
              <a:buClrTx/>
              <a:buSzTx/>
              <a:buFontTx/>
              <a:buNone/>
              <a:tabLst/>
            </a:pPr>
            <a:r>
              <a:rPr kumimoji="0" lang="en-IN" sz="3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rPr>
              <a:t>robot_Name1</a:t>
            </a:r>
          </a:p>
          <a:p>
            <a:pPr algn="ctr" defTabSz="584200" hangingPunct="0"/>
            <a:r>
              <a:rPr kumimoji="0" lang="en-GB" sz="3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rPr>
              <a:t>≠</a:t>
            </a:r>
          </a:p>
          <a:p>
            <a:pPr marL="0" marR="0" indent="0" algn="ctr" defTabSz="584200" rtl="0" fontAlgn="auto" latinLnBrk="0" hangingPunct="0">
              <a:lnSpc>
                <a:spcPct val="100000"/>
              </a:lnSpc>
              <a:spcBef>
                <a:spcPts val="0"/>
              </a:spcBef>
              <a:spcAft>
                <a:spcPts val="0"/>
              </a:spcAft>
              <a:buClrTx/>
              <a:buSzTx/>
              <a:buFontTx/>
              <a:buNone/>
              <a:tabLst/>
            </a:pPr>
            <a:r>
              <a:rPr lang="en-IN" sz="3600" dirty="0">
                <a:solidFill>
                  <a:srgbClr val="FFFFFF"/>
                </a:solidFill>
                <a:effectLst>
                  <a:outerShdw blurRad="38100" dist="12700" dir="5400000" rotWithShape="0">
                    <a:srgbClr val="000000">
                      <a:alpha val="50000"/>
                    </a:srgbClr>
                  </a:outerShdw>
                </a:effectLst>
                <a:sym typeface="Gill Sans"/>
              </a:rPr>
              <a:t>Robot_name1</a:t>
            </a:r>
            <a:endParaRPr kumimoji="0" lang="en-IN" sz="3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3" name="Rectangle 2">
            <a:extLst>
              <a:ext uri="{FF2B5EF4-FFF2-40B4-BE49-F238E27FC236}">
                <a16:creationId xmlns:a16="http://schemas.microsoft.com/office/drawing/2014/main" id="{21D19A24-CE68-0637-CA0F-CEFDFD10795E}"/>
              </a:ext>
            </a:extLst>
          </p:cNvPr>
          <p:cNvSpPr/>
          <p:nvPr/>
        </p:nvSpPr>
        <p:spPr>
          <a:xfrm>
            <a:off x="7532915" y="5285586"/>
            <a:ext cx="3802744" cy="841256"/>
          </a:xfrm>
          <a:prstGeom prst="rect">
            <a:avLst/>
          </a:prstGeom>
          <a:solidFill>
            <a:schemeClr val="accent5">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GB" sz="2400" dirty="0">
                <a:solidFill>
                  <a:srgbClr val="FFFFFF"/>
                </a:solidFill>
                <a:effectLst>
                  <a:outerShdw blurRad="38100" dist="12700" dir="5400000" rotWithShape="0">
                    <a:srgbClr val="000000">
                      <a:alpha val="50000"/>
                    </a:srgbClr>
                  </a:outerShdw>
                </a:effectLst>
                <a:sym typeface="Gill Sans"/>
              </a:rPr>
              <a:t>Ensure the same spelling and exact capital letters</a:t>
            </a:r>
            <a:endParaRPr kumimoji="0" lang="en-IN"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4" name="TextBox 3">
            <a:extLst>
              <a:ext uri="{FF2B5EF4-FFF2-40B4-BE49-F238E27FC236}">
                <a16:creationId xmlns:a16="http://schemas.microsoft.com/office/drawing/2014/main" id="{C0710BDA-C3A3-A53A-EB33-62E9AF6A8D1B}"/>
              </a:ext>
            </a:extLst>
          </p:cNvPr>
          <p:cNvSpPr txBox="1"/>
          <p:nvPr/>
        </p:nvSpPr>
        <p:spPr>
          <a:xfrm>
            <a:off x="6818766" y="6220224"/>
            <a:ext cx="523104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0000"/>
                </a:solidFill>
                <a:effectLst/>
                <a:uFillTx/>
                <a:latin typeface="+mn-lt"/>
                <a:ea typeface="+mn-ea"/>
                <a:cs typeface="+mn-cs"/>
                <a:sym typeface="Gill Sans"/>
              </a:rPr>
              <a:t>As a note from Daniel the PhD student this is my</a:t>
            </a:r>
          </a:p>
          <a:p>
            <a:pPr marL="0" marR="0" indent="0" algn="ctr" defTabSz="5842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0000"/>
                </a:solidFill>
                <a:effectLst/>
                <a:uFillTx/>
                <a:latin typeface="+mn-lt"/>
                <a:ea typeface="+mn-ea"/>
                <a:cs typeface="+mn-cs"/>
                <a:sym typeface="Gill Sans"/>
              </a:rPr>
              <a:t> most common problem in my code 9 times out of 10 when debugging</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4E99487-B93C-8C27-41FC-239181D21F09}"/>
              </a:ext>
            </a:extLst>
          </p:cNvPr>
          <p:cNvSpPr/>
          <p:nvPr/>
        </p:nvSpPr>
        <p:spPr>
          <a:xfrm>
            <a:off x="4167819" y="5584110"/>
            <a:ext cx="7839302" cy="1034574"/>
          </a:xfrm>
          <a:prstGeom prst="rect">
            <a:avLst/>
          </a:prstGeom>
          <a:solidFill>
            <a:srgbClr val="00355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156" name="Creating variables"/>
          <p:cNvSpPr txBox="1">
            <a:spLocks noGrp="1"/>
          </p:cNvSpPr>
          <p:nvPr>
            <p:ph type="title"/>
          </p:nvPr>
        </p:nvSpPr>
        <p:spPr>
          <a:xfrm>
            <a:off x="1000125" y="35719"/>
            <a:ext cx="9810750" cy="1714500"/>
          </a:xfrm>
          <a:prstGeom prst="rect">
            <a:avLst/>
          </a:prstGeom>
        </p:spPr>
        <p:txBody>
          <a:bodyPr/>
          <a:lstStyle/>
          <a:p>
            <a:r>
              <a:rPr dirty="0"/>
              <a:t>Creating variables</a:t>
            </a:r>
          </a:p>
        </p:txBody>
      </p:sp>
      <p:sp>
        <p:nvSpPr>
          <p:cNvPr id="157" name="usually created due to an assignment, resulting from evaluation, constant or value of another variable. i = 7…"/>
          <p:cNvSpPr txBox="1">
            <a:spLocks noGrp="1"/>
          </p:cNvSpPr>
          <p:nvPr>
            <p:ph type="body" idx="1"/>
          </p:nvPr>
        </p:nvSpPr>
        <p:spPr>
          <a:prstGeom prst="rect">
            <a:avLst/>
          </a:prstGeom>
        </p:spPr>
        <p:txBody>
          <a:bodyPr/>
          <a:lstStyle/>
          <a:p>
            <a:r>
              <a:rPr dirty="0"/>
              <a:t>usually created due to an assignment, resulting from evaluation, constant or value of another variable. </a:t>
            </a:r>
            <a:r>
              <a:rPr dirty="0" err="1">
                <a:latin typeface="Courier"/>
                <a:ea typeface="Courier"/>
                <a:cs typeface="Courier"/>
                <a:sym typeface="Courier"/>
              </a:rPr>
              <a:t>i</a:t>
            </a:r>
            <a:r>
              <a:rPr dirty="0">
                <a:latin typeface="Courier"/>
                <a:ea typeface="Courier"/>
                <a:cs typeface="Courier"/>
                <a:sym typeface="Courier"/>
              </a:rPr>
              <a:t> = 7</a:t>
            </a:r>
          </a:p>
          <a:p>
            <a:r>
              <a:rPr dirty="0"/>
              <a:t>RHS is evaluated, then assignment performed. “eye becomes equal to seven”</a:t>
            </a:r>
          </a:p>
          <a:p>
            <a:r>
              <a:rPr dirty="0"/>
              <a:t>Python brings them into existence when they need to be used (unlike other languages) which keeps things clean!</a:t>
            </a:r>
          </a:p>
        </p:txBody>
      </p:sp>
      <p:sp>
        <p:nvSpPr>
          <p:cNvPr id="2" name="TextBox 1">
            <a:extLst>
              <a:ext uri="{FF2B5EF4-FFF2-40B4-BE49-F238E27FC236}">
                <a16:creationId xmlns:a16="http://schemas.microsoft.com/office/drawing/2014/main" id="{5550EDC2-5B6D-69C7-2DD3-66D1BA372DFF}"/>
              </a:ext>
            </a:extLst>
          </p:cNvPr>
          <p:cNvSpPr txBox="1"/>
          <p:nvPr/>
        </p:nvSpPr>
        <p:spPr>
          <a:xfrm>
            <a:off x="5491343" y="5641090"/>
            <a:ext cx="6320906"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chemeClr val="bg1"/>
                </a:solidFill>
                <a:effectLst/>
                <a:uFillTx/>
                <a:latin typeface="+mn-lt"/>
                <a:ea typeface="+mn-ea"/>
                <a:cs typeface="+mn-cs"/>
                <a:sym typeface="Gill Sans"/>
              </a:rPr>
              <a:t>Try to ensure you create variable names that are clear. </a:t>
            </a:r>
          </a:p>
          <a:p>
            <a:pPr marL="0" marR="0" indent="0" algn="ctr"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chemeClr val="bg1"/>
                </a:solidFill>
                <a:effectLst/>
                <a:uFillTx/>
                <a:latin typeface="+mn-lt"/>
                <a:ea typeface="+mn-ea"/>
                <a:cs typeface="+mn-cs"/>
                <a:sym typeface="Gill Sans"/>
              </a:rPr>
              <a:t>Always think, would this name be clear in a week once I’ve not looked at my code in a while?</a:t>
            </a:r>
          </a:p>
        </p:txBody>
      </p:sp>
      <p:pic>
        <p:nvPicPr>
          <p:cNvPr id="4" name="Graphic 3" descr="Lights On with solid fill">
            <a:extLst>
              <a:ext uri="{FF2B5EF4-FFF2-40B4-BE49-F238E27FC236}">
                <a16:creationId xmlns:a16="http://schemas.microsoft.com/office/drawing/2014/main" id="{24F98E96-A3AC-85C5-0732-C424312C9E2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80481" y="5635676"/>
            <a:ext cx="914400" cy="914400"/>
          </a:xfrm>
          <a:prstGeom prst="rect">
            <a:avLst/>
          </a:prstGeom>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Updating variables"/>
          <p:cNvSpPr txBox="1">
            <a:spLocks noGrp="1"/>
          </p:cNvSpPr>
          <p:nvPr>
            <p:ph type="title"/>
          </p:nvPr>
        </p:nvSpPr>
        <p:spPr>
          <a:xfrm>
            <a:off x="2028825" y="102394"/>
            <a:ext cx="7496175" cy="1535906"/>
          </a:xfrm>
          <a:prstGeom prst="rect">
            <a:avLst/>
          </a:prstGeom>
        </p:spPr>
        <p:txBody>
          <a:bodyPr/>
          <a:lstStyle/>
          <a:p>
            <a:r>
              <a:rPr dirty="0"/>
              <a:t>Updating variables</a:t>
            </a:r>
          </a:p>
        </p:txBody>
      </p:sp>
      <p:sp>
        <p:nvSpPr>
          <p:cNvPr id="160" name="a = c  another variable…"/>
          <p:cNvSpPr txBox="1">
            <a:spLocks noGrp="1"/>
          </p:cNvSpPr>
          <p:nvPr>
            <p:ph type="body" idx="1"/>
          </p:nvPr>
        </p:nvSpPr>
        <p:spPr>
          <a:xfrm>
            <a:off x="2416969" y="1946672"/>
            <a:ext cx="7358063" cy="4369658"/>
          </a:xfrm>
          <a:prstGeom prst="rect">
            <a:avLst/>
          </a:prstGeom>
        </p:spPr>
        <p:txBody>
          <a:bodyPr/>
          <a:lstStyle/>
          <a:p>
            <a:r>
              <a:rPr dirty="0">
                <a:latin typeface="Courier"/>
                <a:ea typeface="Courier"/>
                <a:cs typeface="Courier"/>
                <a:sym typeface="Courier"/>
              </a:rPr>
              <a:t>a = c</a:t>
            </a:r>
            <a:r>
              <a:rPr dirty="0"/>
              <a:t>  another variable</a:t>
            </a:r>
          </a:p>
          <a:p>
            <a:r>
              <a:rPr dirty="0">
                <a:latin typeface="Courier"/>
                <a:ea typeface="Courier"/>
                <a:cs typeface="Courier"/>
                <a:sym typeface="Courier"/>
              </a:rPr>
              <a:t>a = 5</a:t>
            </a:r>
            <a:r>
              <a:rPr dirty="0"/>
              <a:t>  a constant</a:t>
            </a:r>
          </a:p>
          <a:p>
            <a:r>
              <a:rPr dirty="0">
                <a:latin typeface="Courier"/>
                <a:ea typeface="Courier"/>
                <a:cs typeface="Courier"/>
                <a:sym typeface="Courier"/>
              </a:rPr>
              <a:t>a = a + 1</a:t>
            </a:r>
            <a:r>
              <a:rPr dirty="0"/>
              <a:t>  evaluation (RHS first)</a:t>
            </a:r>
          </a:p>
          <a:p>
            <a:r>
              <a:rPr dirty="0">
                <a:latin typeface="Courier"/>
                <a:ea typeface="Courier"/>
                <a:cs typeface="Courier"/>
                <a:sym typeface="Courier"/>
              </a:rPr>
              <a:t>a = j*a</a:t>
            </a:r>
            <a:r>
              <a:rPr dirty="0"/>
              <a:t>  evaluation (RHS first)</a:t>
            </a:r>
          </a:p>
          <a:p>
            <a:r>
              <a:rPr dirty="0">
                <a:latin typeface="Courier"/>
                <a:ea typeface="Courier"/>
                <a:cs typeface="Courier"/>
                <a:sym typeface="Courier"/>
              </a:rPr>
              <a:t>a = b = c = 0</a:t>
            </a:r>
            <a:r>
              <a:rPr dirty="0"/>
              <a:t>  multiple to value</a:t>
            </a:r>
          </a:p>
          <a:p>
            <a:r>
              <a:rPr dirty="0" err="1">
                <a:latin typeface="Courier"/>
                <a:ea typeface="Courier"/>
                <a:cs typeface="Courier"/>
                <a:sym typeface="Courier"/>
              </a:rPr>
              <a:t>a,b,c</a:t>
            </a:r>
            <a:r>
              <a:rPr dirty="0">
                <a:latin typeface="Courier"/>
                <a:ea typeface="Courier"/>
                <a:cs typeface="Courier"/>
                <a:sym typeface="Courier"/>
              </a:rPr>
              <a:t> = -7, 3, 2</a:t>
            </a:r>
            <a:r>
              <a:rPr dirty="0"/>
              <a:t>  multiple to values</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Example Code"/>
          <p:cNvSpPr txBox="1">
            <a:spLocks noGrp="1"/>
          </p:cNvSpPr>
          <p:nvPr>
            <p:ph type="title"/>
          </p:nvPr>
        </p:nvSpPr>
        <p:spPr>
          <a:xfrm>
            <a:off x="2314575" y="111919"/>
            <a:ext cx="6276975" cy="1497806"/>
          </a:xfrm>
          <a:prstGeom prst="rect">
            <a:avLst/>
          </a:prstGeom>
        </p:spPr>
        <p:txBody>
          <a:bodyPr/>
          <a:lstStyle/>
          <a:p>
            <a:r>
              <a:rPr dirty="0"/>
              <a:t>Example Code</a:t>
            </a:r>
          </a:p>
        </p:txBody>
      </p:sp>
      <p:pic>
        <p:nvPicPr>
          <p:cNvPr id="163" name="Screenshot 2019-09-29 at 19.22.33.png" descr="Sample code formatted in classic Python colour scheme"/>
          <p:cNvPicPr>
            <a:picLocks noChangeAspect="1"/>
          </p:cNvPicPr>
          <p:nvPr/>
        </p:nvPicPr>
        <p:blipFill>
          <a:blip r:embed="rId3"/>
          <a:stretch>
            <a:fillRect/>
          </a:stretch>
        </p:blipFill>
        <p:spPr>
          <a:xfrm>
            <a:off x="748207" y="1878580"/>
            <a:ext cx="7843343" cy="4206145"/>
          </a:xfrm>
          <a:prstGeom prst="rect">
            <a:avLst/>
          </a:prstGeom>
          <a:ln w="12700">
            <a:miter lim="400000"/>
          </a:ln>
        </p:spPr>
      </p:pic>
      <p:cxnSp>
        <p:nvCxnSpPr>
          <p:cNvPr id="7" name="Straight Arrow Connector 6">
            <a:extLst>
              <a:ext uri="{FF2B5EF4-FFF2-40B4-BE49-F238E27FC236}">
                <a16:creationId xmlns:a16="http://schemas.microsoft.com/office/drawing/2014/main" id="{9C056199-F84A-C98A-7D7E-D3C9C644FF7E}"/>
              </a:ext>
            </a:extLst>
          </p:cNvPr>
          <p:cNvCxnSpPr/>
          <p:nvPr/>
        </p:nvCxnSpPr>
        <p:spPr>
          <a:xfrm flipH="1">
            <a:off x="4368800" y="2627086"/>
            <a:ext cx="4513943" cy="1161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17694A06-C0A2-7167-5DEC-C401052A6984}"/>
              </a:ext>
            </a:extLst>
          </p:cNvPr>
          <p:cNvCxnSpPr>
            <a:cxnSpLocks/>
          </p:cNvCxnSpPr>
          <p:nvPr/>
        </p:nvCxnSpPr>
        <p:spPr>
          <a:xfrm flipH="1">
            <a:off x="4368800" y="2627086"/>
            <a:ext cx="4513943" cy="69668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6" name="Rectangle 15">
            <a:extLst>
              <a:ext uri="{FF2B5EF4-FFF2-40B4-BE49-F238E27FC236}">
                <a16:creationId xmlns:a16="http://schemas.microsoft.com/office/drawing/2014/main" id="{9A0A6C00-A5F4-9F33-9DF7-4755DA827FB8}"/>
              </a:ext>
            </a:extLst>
          </p:cNvPr>
          <p:cNvSpPr/>
          <p:nvPr/>
        </p:nvSpPr>
        <p:spPr>
          <a:xfrm>
            <a:off x="9042400" y="1402742"/>
            <a:ext cx="2902857" cy="2564805"/>
          </a:xfrm>
          <a:prstGeom prst="rect">
            <a:avLst/>
          </a:prstGeom>
          <a:solidFill>
            <a:schemeClr val="accent3">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GB"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rPr>
              <a:t>Notice the “</a:t>
            </a:r>
            <a:r>
              <a:rPr kumimoji="0" lang="en-GB" sz="32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rPr>
              <a:t>first_name</a:t>
            </a:r>
            <a:r>
              <a:rPr kumimoji="0" lang="en-GB"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rPr>
              <a:t>” variable name is same everywhere </a:t>
            </a:r>
            <a:endParaRPr kumimoji="0" lang="en-IN"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Units !"/>
          <p:cNvSpPr txBox="1">
            <a:spLocks noGrp="1"/>
          </p:cNvSpPr>
          <p:nvPr>
            <p:ph type="title"/>
          </p:nvPr>
        </p:nvSpPr>
        <p:spPr>
          <a:prstGeom prst="rect">
            <a:avLst/>
          </a:prstGeom>
        </p:spPr>
        <p:txBody>
          <a:bodyPr/>
          <a:lstStyle/>
          <a:p>
            <a:r>
              <a:t>Units !</a:t>
            </a:r>
          </a:p>
        </p:txBody>
      </p:sp>
      <p:sp>
        <p:nvSpPr>
          <p:cNvPr id="168" name="integer in decimal ; 42…"/>
          <p:cNvSpPr txBox="1">
            <a:spLocks noGrp="1"/>
          </p:cNvSpPr>
          <p:nvPr>
            <p:ph type="body" idx="1"/>
          </p:nvPr>
        </p:nvSpPr>
        <p:spPr>
          <a:xfrm>
            <a:off x="304801" y="1895474"/>
            <a:ext cx="6372225" cy="4018359"/>
          </a:xfrm>
          <a:prstGeom prst="rect">
            <a:avLst/>
          </a:prstGeom>
        </p:spPr>
        <p:txBody>
          <a:bodyPr/>
          <a:lstStyle/>
          <a:p>
            <a:r>
              <a:rPr dirty="0"/>
              <a:t>integer in decimal ; </a:t>
            </a:r>
            <a:r>
              <a:rPr dirty="0">
                <a:latin typeface="Courier"/>
                <a:ea typeface="Courier"/>
                <a:cs typeface="Courier"/>
                <a:sym typeface="Courier"/>
              </a:rPr>
              <a:t>42</a:t>
            </a:r>
          </a:p>
          <a:p>
            <a:r>
              <a:rPr dirty="0"/>
              <a:t>integer in hexadecimal; </a:t>
            </a:r>
            <a:r>
              <a:rPr dirty="0">
                <a:latin typeface="Courier"/>
                <a:ea typeface="Courier"/>
                <a:cs typeface="Courier"/>
                <a:sym typeface="Courier"/>
              </a:rPr>
              <a:t>0x2A</a:t>
            </a:r>
          </a:p>
          <a:p>
            <a:r>
              <a:rPr dirty="0"/>
              <a:t>integer in octal; </a:t>
            </a:r>
            <a:r>
              <a:rPr dirty="0">
                <a:latin typeface="Courier"/>
                <a:ea typeface="Courier"/>
                <a:cs typeface="Courier"/>
                <a:sym typeface="Courier"/>
              </a:rPr>
              <a:t>052</a:t>
            </a:r>
          </a:p>
          <a:p>
            <a:pPr>
              <a:defRPr>
                <a:solidFill>
                  <a:schemeClr val="accent6">
                    <a:hueOff val="-146070"/>
                    <a:satOff val="-10048"/>
                    <a:lumOff val="-30626"/>
                  </a:schemeClr>
                </a:solidFill>
              </a:defRPr>
            </a:pPr>
            <a:r>
              <a:rPr dirty="0"/>
              <a:t>integer in binary ; </a:t>
            </a:r>
            <a:r>
              <a:rPr dirty="0">
                <a:latin typeface="Courier"/>
                <a:ea typeface="Courier"/>
                <a:cs typeface="Courier"/>
                <a:sym typeface="Courier"/>
              </a:rPr>
              <a:t>0b00101010</a:t>
            </a:r>
          </a:p>
        </p:txBody>
      </p:sp>
      <p:grpSp>
        <p:nvGrpSpPr>
          <p:cNvPr id="20" name="Group 19">
            <a:extLst>
              <a:ext uri="{FF2B5EF4-FFF2-40B4-BE49-F238E27FC236}">
                <a16:creationId xmlns:a16="http://schemas.microsoft.com/office/drawing/2014/main" id="{3CFD178C-095D-7B74-9C49-28579E21FEBD}"/>
              </a:ext>
            </a:extLst>
          </p:cNvPr>
          <p:cNvGrpSpPr/>
          <p:nvPr/>
        </p:nvGrpSpPr>
        <p:grpSpPr>
          <a:xfrm>
            <a:off x="6677026" y="2809129"/>
            <a:ext cx="4867276" cy="2191047"/>
            <a:chOff x="6791325" y="2431752"/>
            <a:chExt cx="4867276" cy="2191047"/>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D1AF489-96FD-72E1-4266-9F1CF219EF75}"/>
                    </a:ext>
                  </a:extLst>
                </p:cNvPr>
                <p:cNvSpPr/>
                <p:nvPr/>
              </p:nvSpPr>
              <p:spPr>
                <a:xfrm>
                  <a:off x="6791325" y="2431753"/>
                  <a:ext cx="1409700" cy="718145"/>
                </a:xfrm>
                <a:prstGeom prst="rect">
                  <a:avLst/>
                </a:prstGeom>
                <a:noFill/>
                <a:ln w="381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584200" hangingPunct="0"/>
                  <a14:m>
                    <m:oMathPara xmlns:m="http://schemas.openxmlformats.org/officeDocument/2006/math">
                      <m:oMathParaPr>
                        <m:jc m:val="centerGroup"/>
                      </m:oMathParaPr>
                      <m:oMath xmlns:m="http://schemas.openxmlformats.org/officeDocument/2006/math">
                        <m:sSub>
                          <m:sSubPr>
                            <m:ctrlPr>
                              <a:rPr kumimoji="0" lang="en-GB" sz="4000" b="0" i="1" u="none" strike="noStrike" cap="none" spc="0" normalizeH="0" baseline="0" dirty="0" smtClean="0">
                                <a:ln>
                                  <a:noFill/>
                                </a:ln>
                                <a:effectLst>
                                  <a:outerShdw blurRad="38100" dist="12700" dir="5400000" rotWithShape="0">
                                    <a:srgbClr val="000000">
                                      <a:alpha val="50000"/>
                                    </a:srgbClr>
                                  </a:outerShdw>
                                </a:effectLst>
                                <a:uFillTx/>
                                <a:latin typeface="Cambria Math" panose="02040503050406030204" pitchFamily="18" charset="0"/>
                                <a:ea typeface="+mn-ea"/>
                                <a:cs typeface="+mn-cs"/>
                                <a:sym typeface="Gill Sans"/>
                              </a:rPr>
                            </m:ctrlPr>
                          </m:sSubPr>
                          <m:e>
                            <m:r>
                              <a:rPr lang="en-GB" sz="4000" i="1" dirty="0">
                                <a:effectLst>
                                  <a:outerShdw blurRad="38100" dist="12700" dir="5400000" rotWithShape="0">
                                    <a:srgbClr val="000000">
                                      <a:alpha val="50000"/>
                                    </a:srgbClr>
                                  </a:outerShdw>
                                </a:effectLst>
                                <a:latin typeface="Cambria Math" panose="02040503050406030204" pitchFamily="18" charset="0"/>
                                <a:sym typeface="Gill Sans"/>
                              </a:rPr>
                              <m:t>42</m:t>
                            </m:r>
                          </m:e>
                          <m:sub>
                            <m:r>
                              <a:rPr kumimoji="0" lang="en-GB" sz="4000" b="0" i="1" u="none" strike="noStrike" cap="none" spc="0" normalizeH="0" baseline="0" dirty="0" smtClean="0">
                                <a:ln>
                                  <a:noFill/>
                                </a:ln>
                                <a:effectLst>
                                  <a:outerShdw blurRad="38100" dist="12700" dir="5400000" rotWithShape="0">
                                    <a:srgbClr val="000000">
                                      <a:alpha val="50000"/>
                                    </a:srgbClr>
                                  </a:outerShdw>
                                </a:effectLst>
                                <a:uFillTx/>
                                <a:latin typeface="Cambria Math" panose="02040503050406030204" pitchFamily="18" charset="0"/>
                                <a:ea typeface="+mn-ea"/>
                                <a:cs typeface="+mn-cs"/>
                                <a:sym typeface="Gill Sans"/>
                              </a:rPr>
                              <m:t>10</m:t>
                            </m:r>
                          </m:sub>
                        </m:sSub>
                      </m:oMath>
                    </m:oMathPara>
                  </a14:m>
                  <a:endParaRPr kumimoji="0" lang="en-IN" sz="4000" b="0" i="0" u="none" strike="noStrike" cap="none" spc="0" normalizeH="0" baseline="0" dirty="0">
                    <a:ln>
                      <a:noFill/>
                    </a:ln>
                    <a:effectLst>
                      <a:outerShdw blurRad="38100" dist="12700" dir="5400000" rotWithShape="0">
                        <a:srgbClr val="000000">
                          <a:alpha val="50000"/>
                        </a:srgbClr>
                      </a:outerShdw>
                    </a:effectLst>
                    <a:uFillTx/>
                    <a:latin typeface="+mn-lt"/>
                    <a:ea typeface="+mn-ea"/>
                    <a:cs typeface="+mn-cs"/>
                    <a:sym typeface="Gill Sans"/>
                  </a:endParaRPr>
                </a:p>
              </p:txBody>
            </p:sp>
          </mc:Choice>
          <mc:Fallback xmlns="">
            <p:sp>
              <p:nvSpPr>
                <p:cNvPr id="2" name="Rectangle 1">
                  <a:extLst>
                    <a:ext uri="{FF2B5EF4-FFF2-40B4-BE49-F238E27FC236}">
                      <a16:creationId xmlns:a16="http://schemas.microsoft.com/office/drawing/2014/main" id="{AD1AF489-96FD-72E1-4266-9F1CF219EF75}"/>
                    </a:ext>
                  </a:extLst>
                </p:cNvPr>
                <p:cNvSpPr>
                  <a:spLocks noRot="1" noChangeAspect="1" noMove="1" noResize="1" noEditPoints="1" noAdjustHandles="1" noChangeArrowheads="1" noChangeShapeType="1" noTextEdit="1"/>
                </p:cNvSpPr>
                <p:nvPr/>
              </p:nvSpPr>
              <p:spPr>
                <a:xfrm>
                  <a:off x="6791325" y="2431753"/>
                  <a:ext cx="1409700" cy="718145"/>
                </a:xfrm>
                <a:prstGeom prst="rect">
                  <a:avLst/>
                </a:prstGeom>
                <a:blipFill>
                  <a:blip r:embed="rId2"/>
                  <a:stretch>
                    <a:fillRect/>
                  </a:stretch>
                </a:blipFill>
                <a:ln w="38100" cap="flat">
                  <a:solidFill>
                    <a:schemeClr val="accent1"/>
                  </a:solidFill>
                  <a:miter lim="400000"/>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9122647A-3BC4-066D-1332-BEA596D03E09}"/>
                    </a:ext>
                  </a:extLst>
                </p:cNvPr>
                <p:cNvSpPr/>
                <p:nvPr/>
              </p:nvSpPr>
              <p:spPr>
                <a:xfrm>
                  <a:off x="9201149" y="2431752"/>
                  <a:ext cx="2457452" cy="718145"/>
                </a:xfrm>
                <a:prstGeom prst="rect">
                  <a:avLst/>
                </a:prstGeom>
                <a:noFill/>
                <a:ln w="381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584200" hangingPunct="0"/>
                  <a14:m>
                    <m:oMathPara xmlns:m="http://schemas.openxmlformats.org/officeDocument/2006/math">
                      <m:oMathParaPr>
                        <m:jc m:val="centerGroup"/>
                      </m:oMathParaPr>
                      <m:oMath xmlns:m="http://schemas.openxmlformats.org/officeDocument/2006/math">
                        <m:sSub>
                          <m:sSubPr>
                            <m:ctrlPr>
                              <a:rPr kumimoji="0" lang="en-GB" sz="4000" b="0" i="1" u="none" strike="noStrike" cap="none" spc="0" normalizeH="0" baseline="0" dirty="0" smtClean="0">
                                <a:ln>
                                  <a:noFill/>
                                </a:ln>
                                <a:effectLst>
                                  <a:outerShdw blurRad="38100" dist="12700" dir="5400000" rotWithShape="0">
                                    <a:srgbClr val="000000">
                                      <a:alpha val="50000"/>
                                    </a:srgbClr>
                                  </a:outerShdw>
                                </a:effectLst>
                                <a:uFillTx/>
                                <a:latin typeface="Cambria Math" panose="02040503050406030204" pitchFamily="18" charset="0"/>
                                <a:ea typeface="+mn-ea"/>
                                <a:cs typeface="+mn-cs"/>
                                <a:sym typeface="Gill Sans"/>
                              </a:rPr>
                            </m:ctrlPr>
                          </m:sSubPr>
                          <m:e>
                            <m:r>
                              <a:rPr kumimoji="0" lang="en-GB" sz="4000" b="0" i="1" u="none" strike="noStrike" cap="none" spc="0" normalizeH="0" baseline="0" dirty="0" smtClean="0">
                                <a:ln>
                                  <a:noFill/>
                                </a:ln>
                                <a:effectLst>
                                  <a:outerShdw blurRad="38100" dist="12700" dir="5400000" rotWithShape="0">
                                    <a:srgbClr val="000000">
                                      <a:alpha val="50000"/>
                                    </a:srgbClr>
                                  </a:outerShdw>
                                </a:effectLst>
                                <a:uFillTx/>
                                <a:latin typeface="Cambria Math" panose="02040503050406030204" pitchFamily="18" charset="0"/>
                                <a:ea typeface="+mn-ea"/>
                                <a:cs typeface="+mn-cs"/>
                                <a:sym typeface="Gill Sans"/>
                              </a:rPr>
                              <m:t>0010101</m:t>
                            </m:r>
                          </m:e>
                          <m:sub>
                            <m:r>
                              <a:rPr kumimoji="0" lang="en-GB" sz="4000" b="0" i="1" u="none" strike="noStrike" cap="none" spc="0" normalizeH="0" baseline="0" dirty="0" smtClean="0">
                                <a:ln>
                                  <a:noFill/>
                                </a:ln>
                                <a:effectLst>
                                  <a:outerShdw blurRad="38100" dist="12700" dir="5400000" rotWithShape="0">
                                    <a:srgbClr val="000000">
                                      <a:alpha val="50000"/>
                                    </a:srgbClr>
                                  </a:outerShdw>
                                </a:effectLst>
                                <a:uFillTx/>
                                <a:latin typeface="Cambria Math" panose="02040503050406030204" pitchFamily="18" charset="0"/>
                                <a:ea typeface="+mn-ea"/>
                                <a:cs typeface="+mn-cs"/>
                                <a:sym typeface="Gill Sans"/>
                              </a:rPr>
                              <m:t>2</m:t>
                            </m:r>
                          </m:sub>
                        </m:sSub>
                      </m:oMath>
                    </m:oMathPara>
                  </a14:m>
                  <a:endParaRPr kumimoji="0" lang="en-IN" sz="4000" b="0" i="0" u="none" strike="noStrike" cap="none" spc="0" normalizeH="0" baseline="0" dirty="0">
                    <a:ln>
                      <a:noFill/>
                    </a:ln>
                    <a:effectLst>
                      <a:outerShdw blurRad="38100" dist="12700" dir="5400000" rotWithShape="0">
                        <a:srgbClr val="000000">
                          <a:alpha val="50000"/>
                        </a:srgbClr>
                      </a:outerShdw>
                    </a:effectLst>
                    <a:uFillTx/>
                    <a:latin typeface="+mn-lt"/>
                    <a:ea typeface="+mn-ea"/>
                    <a:cs typeface="+mn-cs"/>
                    <a:sym typeface="Gill Sans"/>
                  </a:endParaRPr>
                </a:p>
              </p:txBody>
            </p:sp>
          </mc:Choice>
          <mc:Fallback xmlns="">
            <p:sp>
              <p:nvSpPr>
                <p:cNvPr id="3" name="Rectangle 2">
                  <a:extLst>
                    <a:ext uri="{FF2B5EF4-FFF2-40B4-BE49-F238E27FC236}">
                      <a16:creationId xmlns:a16="http://schemas.microsoft.com/office/drawing/2014/main" id="{9122647A-3BC4-066D-1332-BEA596D03E09}"/>
                    </a:ext>
                  </a:extLst>
                </p:cNvPr>
                <p:cNvSpPr>
                  <a:spLocks noRot="1" noChangeAspect="1" noMove="1" noResize="1" noEditPoints="1" noAdjustHandles="1" noChangeArrowheads="1" noChangeShapeType="1" noTextEdit="1"/>
                </p:cNvSpPr>
                <p:nvPr/>
              </p:nvSpPr>
              <p:spPr>
                <a:xfrm>
                  <a:off x="9201149" y="2431752"/>
                  <a:ext cx="2457452" cy="718145"/>
                </a:xfrm>
                <a:prstGeom prst="rect">
                  <a:avLst/>
                </a:prstGeom>
                <a:blipFill>
                  <a:blip r:embed="rId3"/>
                  <a:stretch>
                    <a:fillRect/>
                  </a:stretch>
                </a:blipFill>
                <a:ln w="38100" cap="flat">
                  <a:solidFill>
                    <a:schemeClr val="accent1"/>
                  </a:solidFill>
                  <a:miter lim="400000"/>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E1F7330-5EC3-6202-13EB-811283F59DAB}"/>
                    </a:ext>
                  </a:extLst>
                </p:cNvPr>
                <p:cNvSpPr/>
                <p:nvPr/>
              </p:nvSpPr>
              <p:spPr>
                <a:xfrm>
                  <a:off x="6791325" y="3904654"/>
                  <a:ext cx="1409700" cy="718145"/>
                </a:xfrm>
                <a:prstGeom prst="rect">
                  <a:avLst/>
                </a:prstGeom>
                <a:noFill/>
                <a:ln w="381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584200" hangingPunct="0"/>
                  <a14:m>
                    <m:oMathPara xmlns:m="http://schemas.openxmlformats.org/officeDocument/2006/math">
                      <m:oMathParaPr>
                        <m:jc m:val="centerGroup"/>
                      </m:oMathParaPr>
                      <m:oMath xmlns:m="http://schemas.openxmlformats.org/officeDocument/2006/math">
                        <m:sSub>
                          <m:sSubPr>
                            <m:ctrlPr>
                              <a:rPr kumimoji="0" lang="en-GB" sz="4000" b="0" i="1" u="none" strike="noStrike" cap="none" spc="0" normalizeH="0" baseline="0" dirty="0" smtClean="0">
                                <a:ln>
                                  <a:noFill/>
                                </a:ln>
                                <a:effectLst>
                                  <a:outerShdw blurRad="38100" dist="12700" dir="5400000" rotWithShape="0">
                                    <a:srgbClr val="000000">
                                      <a:alpha val="50000"/>
                                    </a:srgbClr>
                                  </a:outerShdw>
                                </a:effectLst>
                                <a:uFillTx/>
                                <a:latin typeface="Cambria Math" panose="02040503050406030204" pitchFamily="18" charset="0"/>
                                <a:ea typeface="+mn-ea"/>
                                <a:cs typeface="+mn-cs"/>
                                <a:sym typeface="Gill Sans"/>
                              </a:rPr>
                            </m:ctrlPr>
                          </m:sSubPr>
                          <m:e>
                            <m:r>
                              <a:rPr lang="en-GB" sz="4000" b="0" i="1" dirty="0" smtClean="0">
                                <a:effectLst>
                                  <a:outerShdw blurRad="38100" dist="12700" dir="5400000" rotWithShape="0">
                                    <a:srgbClr val="000000">
                                      <a:alpha val="50000"/>
                                    </a:srgbClr>
                                  </a:outerShdw>
                                </a:effectLst>
                                <a:latin typeface="Cambria Math" panose="02040503050406030204" pitchFamily="18" charset="0"/>
                                <a:sym typeface="Gill Sans"/>
                              </a:rPr>
                              <m:t>052</m:t>
                            </m:r>
                          </m:e>
                          <m:sub>
                            <m:r>
                              <a:rPr kumimoji="0" lang="en-GB" sz="4000" b="0" i="1" u="none" strike="noStrike" cap="none" spc="0" normalizeH="0" baseline="0" dirty="0" smtClean="0">
                                <a:ln>
                                  <a:noFill/>
                                </a:ln>
                                <a:effectLst>
                                  <a:outerShdw blurRad="38100" dist="12700" dir="5400000" rotWithShape="0">
                                    <a:srgbClr val="000000">
                                      <a:alpha val="50000"/>
                                    </a:srgbClr>
                                  </a:outerShdw>
                                </a:effectLst>
                                <a:uFillTx/>
                                <a:latin typeface="Cambria Math" panose="02040503050406030204" pitchFamily="18" charset="0"/>
                                <a:ea typeface="+mn-ea"/>
                                <a:cs typeface="+mn-cs"/>
                                <a:sym typeface="Gill Sans"/>
                              </a:rPr>
                              <m:t>8</m:t>
                            </m:r>
                          </m:sub>
                        </m:sSub>
                      </m:oMath>
                    </m:oMathPara>
                  </a14:m>
                  <a:endParaRPr kumimoji="0" lang="en-IN" sz="4000" b="0" i="0" u="none" strike="noStrike" cap="none" spc="0" normalizeH="0" baseline="0" dirty="0">
                    <a:ln>
                      <a:noFill/>
                    </a:ln>
                    <a:effectLst>
                      <a:outerShdw blurRad="38100" dist="12700" dir="5400000" rotWithShape="0">
                        <a:srgbClr val="000000">
                          <a:alpha val="50000"/>
                        </a:srgbClr>
                      </a:outerShdw>
                    </a:effectLst>
                    <a:uFillTx/>
                    <a:latin typeface="+mn-lt"/>
                    <a:ea typeface="+mn-ea"/>
                    <a:cs typeface="+mn-cs"/>
                    <a:sym typeface="Gill Sans"/>
                  </a:endParaRPr>
                </a:p>
              </p:txBody>
            </p:sp>
          </mc:Choice>
          <mc:Fallback xmlns="">
            <p:sp>
              <p:nvSpPr>
                <p:cNvPr id="4" name="Rectangle 3">
                  <a:extLst>
                    <a:ext uri="{FF2B5EF4-FFF2-40B4-BE49-F238E27FC236}">
                      <a16:creationId xmlns:a16="http://schemas.microsoft.com/office/drawing/2014/main" id="{3E1F7330-5EC3-6202-13EB-811283F59DAB}"/>
                    </a:ext>
                  </a:extLst>
                </p:cNvPr>
                <p:cNvSpPr>
                  <a:spLocks noRot="1" noChangeAspect="1" noMove="1" noResize="1" noEditPoints="1" noAdjustHandles="1" noChangeArrowheads="1" noChangeShapeType="1" noTextEdit="1"/>
                </p:cNvSpPr>
                <p:nvPr/>
              </p:nvSpPr>
              <p:spPr>
                <a:xfrm>
                  <a:off x="6791325" y="3904654"/>
                  <a:ext cx="1409700" cy="718145"/>
                </a:xfrm>
                <a:prstGeom prst="rect">
                  <a:avLst/>
                </a:prstGeom>
                <a:blipFill>
                  <a:blip r:embed="rId4"/>
                  <a:stretch>
                    <a:fillRect/>
                  </a:stretch>
                </a:blipFill>
                <a:ln w="38100" cap="flat">
                  <a:solidFill>
                    <a:schemeClr val="accent1"/>
                  </a:solidFill>
                  <a:miter lim="400000"/>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4E0CB32A-5DD0-66A3-F5CD-26137205FEF0}"/>
                    </a:ext>
                  </a:extLst>
                </p:cNvPr>
                <p:cNvSpPr/>
                <p:nvPr/>
              </p:nvSpPr>
              <p:spPr>
                <a:xfrm>
                  <a:off x="9725025" y="3894531"/>
                  <a:ext cx="1409700" cy="718145"/>
                </a:xfrm>
                <a:prstGeom prst="rect">
                  <a:avLst/>
                </a:prstGeom>
                <a:noFill/>
                <a:ln w="381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584200" hangingPunct="0"/>
                  <a14:m>
                    <m:oMathPara xmlns:m="http://schemas.openxmlformats.org/officeDocument/2006/math">
                      <m:oMathParaPr>
                        <m:jc m:val="centerGroup"/>
                      </m:oMathParaPr>
                      <m:oMath xmlns:m="http://schemas.openxmlformats.org/officeDocument/2006/math">
                        <m:sSub>
                          <m:sSubPr>
                            <m:ctrlPr>
                              <a:rPr kumimoji="0" lang="en-GB" sz="4000" b="0" i="1" u="none" strike="noStrike" cap="none" spc="0" normalizeH="0" baseline="0" dirty="0" smtClean="0">
                                <a:ln>
                                  <a:noFill/>
                                </a:ln>
                                <a:effectLst>
                                  <a:outerShdw blurRad="38100" dist="12700" dir="5400000" rotWithShape="0">
                                    <a:srgbClr val="000000">
                                      <a:alpha val="50000"/>
                                    </a:srgbClr>
                                  </a:outerShdw>
                                </a:effectLst>
                                <a:uFillTx/>
                                <a:latin typeface="Cambria Math" panose="02040503050406030204" pitchFamily="18" charset="0"/>
                                <a:ea typeface="+mn-ea"/>
                                <a:cs typeface="+mn-cs"/>
                                <a:sym typeface="Gill Sans"/>
                              </a:rPr>
                            </m:ctrlPr>
                          </m:sSubPr>
                          <m:e>
                            <m:r>
                              <a:rPr lang="en-GB" sz="4000" b="0" i="1" dirty="0" smtClean="0">
                                <a:effectLst>
                                  <a:outerShdw blurRad="38100" dist="12700" dir="5400000" rotWithShape="0">
                                    <a:srgbClr val="000000">
                                      <a:alpha val="50000"/>
                                    </a:srgbClr>
                                  </a:outerShdw>
                                </a:effectLst>
                                <a:latin typeface="Cambria Math" panose="02040503050406030204" pitchFamily="18" charset="0"/>
                                <a:sym typeface="Gill Sans"/>
                              </a:rPr>
                              <m:t>2</m:t>
                            </m:r>
                            <m:r>
                              <a:rPr lang="en-GB" sz="4000" b="0" i="1" dirty="0" smtClean="0">
                                <a:effectLst>
                                  <a:outerShdw blurRad="38100" dist="12700" dir="5400000" rotWithShape="0">
                                    <a:srgbClr val="000000">
                                      <a:alpha val="50000"/>
                                    </a:srgbClr>
                                  </a:outerShdw>
                                </a:effectLst>
                                <a:latin typeface="Cambria Math" panose="02040503050406030204" pitchFamily="18" charset="0"/>
                                <a:sym typeface="Gill Sans"/>
                              </a:rPr>
                              <m:t>𝐴</m:t>
                            </m:r>
                          </m:e>
                          <m:sub>
                            <m:r>
                              <a:rPr kumimoji="0" lang="en-GB" sz="4000" b="0" i="1" u="none" strike="noStrike" cap="none" spc="0" normalizeH="0" baseline="0" dirty="0" smtClean="0">
                                <a:ln>
                                  <a:noFill/>
                                </a:ln>
                                <a:effectLst>
                                  <a:outerShdw blurRad="38100" dist="12700" dir="5400000" rotWithShape="0">
                                    <a:srgbClr val="000000">
                                      <a:alpha val="50000"/>
                                    </a:srgbClr>
                                  </a:outerShdw>
                                </a:effectLst>
                                <a:uFillTx/>
                                <a:latin typeface="Cambria Math" panose="02040503050406030204" pitchFamily="18" charset="0"/>
                                <a:ea typeface="+mn-ea"/>
                                <a:cs typeface="+mn-cs"/>
                                <a:sym typeface="Gill Sans"/>
                              </a:rPr>
                              <m:t>16</m:t>
                            </m:r>
                          </m:sub>
                        </m:sSub>
                      </m:oMath>
                    </m:oMathPara>
                  </a14:m>
                  <a:endParaRPr kumimoji="0" lang="en-IN" sz="4000" b="0" i="0" u="none" strike="noStrike" cap="none" spc="0" normalizeH="0" baseline="0" dirty="0">
                    <a:ln>
                      <a:noFill/>
                    </a:ln>
                    <a:effectLst>
                      <a:outerShdw blurRad="38100" dist="12700" dir="5400000" rotWithShape="0">
                        <a:srgbClr val="000000">
                          <a:alpha val="50000"/>
                        </a:srgbClr>
                      </a:outerShdw>
                    </a:effectLst>
                    <a:uFillTx/>
                    <a:latin typeface="+mn-lt"/>
                    <a:ea typeface="+mn-ea"/>
                    <a:cs typeface="+mn-cs"/>
                    <a:sym typeface="Gill Sans"/>
                  </a:endParaRPr>
                </a:p>
              </p:txBody>
            </p:sp>
          </mc:Choice>
          <mc:Fallback xmlns="">
            <p:sp>
              <p:nvSpPr>
                <p:cNvPr id="5" name="Rectangle 4">
                  <a:extLst>
                    <a:ext uri="{FF2B5EF4-FFF2-40B4-BE49-F238E27FC236}">
                      <a16:creationId xmlns:a16="http://schemas.microsoft.com/office/drawing/2014/main" id="{4E0CB32A-5DD0-66A3-F5CD-26137205FEF0}"/>
                    </a:ext>
                  </a:extLst>
                </p:cNvPr>
                <p:cNvSpPr>
                  <a:spLocks noRot="1" noChangeAspect="1" noMove="1" noResize="1" noEditPoints="1" noAdjustHandles="1" noChangeArrowheads="1" noChangeShapeType="1" noTextEdit="1"/>
                </p:cNvSpPr>
                <p:nvPr/>
              </p:nvSpPr>
              <p:spPr>
                <a:xfrm>
                  <a:off x="9725025" y="3894531"/>
                  <a:ext cx="1409700" cy="718145"/>
                </a:xfrm>
                <a:prstGeom prst="rect">
                  <a:avLst/>
                </a:prstGeom>
                <a:blipFill>
                  <a:blip r:embed="rId5"/>
                  <a:stretch>
                    <a:fillRect/>
                  </a:stretch>
                </a:blipFill>
                <a:ln w="38100" cap="flat">
                  <a:solidFill>
                    <a:schemeClr val="accent1"/>
                  </a:solidFill>
                  <a:miter lim="400000"/>
                </a:ln>
                <a:effectLst/>
              </p:spPr>
              <p:txBody>
                <a:bodyPr/>
                <a:lstStyle/>
                <a:p>
                  <a:r>
                    <a:rPr lang="en-IN">
                      <a:noFill/>
                    </a:rPr>
                    <a:t> </a:t>
                  </a:r>
                </a:p>
              </p:txBody>
            </p:sp>
          </mc:Fallback>
        </mc:AlternateContent>
        <p:cxnSp>
          <p:nvCxnSpPr>
            <p:cNvPr id="7" name="Straight Arrow Connector 6">
              <a:extLst>
                <a:ext uri="{FF2B5EF4-FFF2-40B4-BE49-F238E27FC236}">
                  <a16:creationId xmlns:a16="http://schemas.microsoft.com/office/drawing/2014/main" id="{5CA7C60C-0F86-10A1-BEDA-F50BD7BCC22E}"/>
                </a:ext>
              </a:extLst>
            </p:cNvPr>
            <p:cNvCxnSpPr>
              <a:cxnSpLocks/>
              <a:stCxn id="2" idx="3"/>
              <a:endCxn id="3" idx="1"/>
            </p:cNvCxnSpPr>
            <p:nvPr/>
          </p:nvCxnSpPr>
          <p:spPr>
            <a:xfrm flipV="1">
              <a:off x="8201025" y="2790825"/>
              <a:ext cx="1000124" cy="1"/>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9" name="Straight Arrow Connector 8">
              <a:extLst>
                <a:ext uri="{FF2B5EF4-FFF2-40B4-BE49-F238E27FC236}">
                  <a16:creationId xmlns:a16="http://schemas.microsoft.com/office/drawing/2014/main" id="{04434AC0-9153-F670-705E-FFD52DD09514}"/>
                </a:ext>
              </a:extLst>
            </p:cNvPr>
            <p:cNvCxnSpPr>
              <a:cxnSpLocks/>
              <a:stCxn id="3" idx="2"/>
              <a:endCxn id="5" idx="0"/>
            </p:cNvCxnSpPr>
            <p:nvPr/>
          </p:nvCxnSpPr>
          <p:spPr>
            <a:xfrm>
              <a:off x="10429875" y="3149897"/>
              <a:ext cx="0" cy="74463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 name="Straight Arrow Connector 10">
              <a:extLst>
                <a:ext uri="{FF2B5EF4-FFF2-40B4-BE49-F238E27FC236}">
                  <a16:creationId xmlns:a16="http://schemas.microsoft.com/office/drawing/2014/main" id="{8EF0BE54-ECDA-D29C-B645-18F84C3CA7FF}"/>
                </a:ext>
              </a:extLst>
            </p:cNvPr>
            <p:cNvCxnSpPr>
              <a:stCxn id="5" idx="1"/>
              <a:endCxn id="4" idx="3"/>
            </p:cNvCxnSpPr>
            <p:nvPr/>
          </p:nvCxnSpPr>
          <p:spPr>
            <a:xfrm flipH="1">
              <a:off x="8201025" y="4253604"/>
              <a:ext cx="1524000" cy="1012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 name="Straight Arrow Connector 12">
              <a:extLst>
                <a:ext uri="{FF2B5EF4-FFF2-40B4-BE49-F238E27FC236}">
                  <a16:creationId xmlns:a16="http://schemas.microsoft.com/office/drawing/2014/main" id="{389B1D6D-2CFA-E583-8D88-D828F30F85EA}"/>
                </a:ext>
              </a:extLst>
            </p:cNvPr>
            <p:cNvCxnSpPr>
              <a:stCxn id="4" idx="0"/>
              <a:endCxn id="2" idx="2"/>
            </p:cNvCxnSpPr>
            <p:nvPr/>
          </p:nvCxnSpPr>
          <p:spPr>
            <a:xfrm flipV="1">
              <a:off x="7496175" y="3149898"/>
              <a:ext cx="0" cy="75475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ifferent types of Variables Supported by Python - FutureFundamentals">
            <a:extLst>
              <a:ext uri="{FF2B5EF4-FFF2-40B4-BE49-F238E27FC236}">
                <a16:creationId xmlns:a16="http://schemas.microsoft.com/office/drawing/2014/main" id="{6E3FCDAE-DAF8-5FE6-6D9B-ABBA36F240D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74596" y="2220932"/>
            <a:ext cx="5823280" cy="3565272"/>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170" name="Variables are Objects !"/>
          <p:cNvSpPr txBox="1">
            <a:spLocks noGrp="1"/>
          </p:cNvSpPr>
          <p:nvPr>
            <p:ph type="title"/>
          </p:nvPr>
        </p:nvSpPr>
        <p:spPr>
          <a:xfrm>
            <a:off x="1190625" y="178594"/>
            <a:ext cx="9810750" cy="1714500"/>
          </a:xfrm>
        </p:spPr>
        <p:txBody>
          <a:bodyPr anchor="ctr">
            <a:normAutofit/>
          </a:bodyPr>
          <a:lstStyle/>
          <a:p>
            <a:r>
              <a:rPr dirty="0"/>
              <a:t>Variables are Objects !</a:t>
            </a:r>
          </a:p>
        </p:txBody>
      </p:sp>
      <p:sp>
        <p:nvSpPr>
          <p:cNvPr id="171" name="every variable in Python (integers, floating point numbers, strings) are actually objects.…"/>
          <p:cNvSpPr txBox="1">
            <a:spLocks noGrp="1"/>
          </p:cNvSpPr>
          <p:nvPr>
            <p:ph type="body" sz="half" idx="1"/>
          </p:nvPr>
        </p:nvSpPr>
        <p:spPr>
          <a:xfrm>
            <a:off x="1190625" y="1946672"/>
            <a:ext cx="4726781" cy="4018359"/>
          </a:xfrm>
        </p:spPr>
        <p:txBody>
          <a:bodyPr anchor="ctr">
            <a:normAutofit/>
          </a:bodyPr>
          <a:lstStyle/>
          <a:p>
            <a:pPr>
              <a:lnSpc>
                <a:spcPct val="90000"/>
              </a:lnSpc>
            </a:pPr>
            <a:r>
              <a:rPr lang="en-GB" dirty="0"/>
              <a:t>E</a:t>
            </a:r>
            <a:r>
              <a:rPr dirty="0"/>
              <a:t>very variable in Python (integers, floating point numbers, strings) are actually objects.</a:t>
            </a:r>
            <a:endParaRPr lang="en-GB"/>
          </a:p>
          <a:p>
            <a:pPr>
              <a:lnSpc>
                <a:spcPct val="90000"/>
              </a:lnSpc>
            </a:pPr>
            <a:r>
              <a:rPr dirty="0"/>
              <a:t>Objects hide useful metadata (for instance the length of a string, so that the system never over-runs when processing).</a:t>
            </a:r>
            <a:endParaRPr lang="en-GB"/>
          </a:p>
          <a:p>
            <a:pPr>
              <a:lnSpc>
                <a:spcPct val="90000"/>
              </a:lnSpc>
            </a:pPr>
            <a:r>
              <a:rPr dirty="0"/>
              <a:t>Therefore can do </a:t>
            </a:r>
            <a:r>
              <a:rPr lang="en-GB"/>
              <a:t>x = None</a:t>
            </a:r>
            <a:r>
              <a:rPr dirty="0"/>
              <a:t>, or </a:t>
            </a:r>
            <a:r>
              <a:rPr lang="en-GB"/>
              <a:t>del x</a:t>
            </a:r>
            <a:r>
              <a:rPr dirty="0"/>
              <a:t>, to make a variable undefined, or to zap it.</a:t>
            </a:r>
            <a:endParaRPr lang="en-GB"/>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Operators"/>
          <p:cNvSpPr txBox="1">
            <a:spLocks noGrp="1"/>
          </p:cNvSpPr>
          <p:nvPr>
            <p:ph type="ctrTitle"/>
          </p:nvPr>
        </p:nvSpPr>
        <p:spPr>
          <a:xfrm>
            <a:off x="1190625" y="-197182"/>
            <a:ext cx="9810750" cy="2321719"/>
          </a:xfrm>
          <a:prstGeom prst="rect">
            <a:avLst/>
          </a:prstGeom>
        </p:spPr>
        <p:txBody>
          <a:bodyPr/>
          <a:lstStyle/>
          <a:p>
            <a:r>
              <a:rPr dirty="0"/>
              <a:t>Operators</a:t>
            </a:r>
          </a:p>
        </p:txBody>
      </p:sp>
      <p:sp>
        <p:nvSpPr>
          <p:cNvPr id="174" name="(using variables - manipulating data - mostly maths)"/>
          <p:cNvSpPr txBox="1">
            <a:spLocks noGrp="1"/>
          </p:cNvSpPr>
          <p:nvPr>
            <p:ph type="subTitle" sz="quarter" idx="1"/>
          </p:nvPr>
        </p:nvSpPr>
        <p:spPr>
          <a:xfrm>
            <a:off x="1190625" y="2187044"/>
            <a:ext cx="9810750" cy="794742"/>
          </a:xfrm>
          <a:prstGeom prst="rect">
            <a:avLst/>
          </a:prstGeom>
        </p:spPr>
        <p:txBody>
          <a:bodyPr/>
          <a:lstStyle/>
          <a:p>
            <a:r>
              <a:rPr dirty="0"/>
              <a:t>(using variables - manipulating data - mostly </a:t>
            </a:r>
            <a:r>
              <a:rPr dirty="0" err="1"/>
              <a:t>maths</a:t>
            </a:r>
            <a:r>
              <a:rPr dirty="0"/>
              <a:t>)</a:t>
            </a:r>
          </a:p>
        </p:txBody>
      </p:sp>
      <p:pic>
        <p:nvPicPr>
          <p:cNvPr id="3" name="Picture 2">
            <a:extLst>
              <a:ext uri="{FF2B5EF4-FFF2-40B4-BE49-F238E27FC236}">
                <a16:creationId xmlns:a16="http://schemas.microsoft.com/office/drawing/2014/main" id="{3FB1AB6B-EB86-B8BB-B19F-9A42B20533BD}"/>
              </a:ext>
            </a:extLst>
          </p:cNvPr>
          <p:cNvPicPr>
            <a:picLocks noChangeAspect="1"/>
          </p:cNvPicPr>
          <p:nvPr/>
        </p:nvPicPr>
        <p:blipFill>
          <a:blip r:embed="rId2"/>
          <a:stretch>
            <a:fillRect/>
          </a:stretch>
        </p:blipFill>
        <p:spPr>
          <a:xfrm>
            <a:off x="294807" y="3212779"/>
            <a:ext cx="5452753" cy="2559978"/>
          </a:xfrm>
          <a:prstGeom prst="rect">
            <a:avLst/>
          </a:prstGeom>
        </p:spPr>
      </p:pic>
      <p:pic>
        <p:nvPicPr>
          <p:cNvPr id="5" name="Picture 4" descr="A finger pointing at a digital screen&#10;&#10;Description automatically generated">
            <a:extLst>
              <a:ext uri="{FF2B5EF4-FFF2-40B4-BE49-F238E27FC236}">
                <a16:creationId xmlns:a16="http://schemas.microsoft.com/office/drawing/2014/main" id="{DE2A715B-6029-E70C-64A2-A99886E2C1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085" y="3193971"/>
            <a:ext cx="5195186" cy="2597593"/>
          </a:xfrm>
          <a:prstGeom prst="rect">
            <a:avLst/>
          </a:prstGeom>
        </p:spPr>
      </p:pic>
      <p:sp>
        <p:nvSpPr>
          <p:cNvPr id="7" name="Right Arrow 6">
            <a:extLst>
              <a:ext uri="{FF2B5EF4-FFF2-40B4-BE49-F238E27FC236}">
                <a16:creationId xmlns:a16="http://schemas.microsoft.com/office/drawing/2014/main" id="{D136A86D-374F-BA2B-2E61-16160529145E}"/>
              </a:ext>
            </a:extLst>
          </p:cNvPr>
          <p:cNvSpPr/>
          <p:nvPr/>
        </p:nvSpPr>
        <p:spPr>
          <a:xfrm>
            <a:off x="5461615" y="4088032"/>
            <a:ext cx="1449049" cy="809469"/>
          </a:xfrm>
          <a:prstGeom prst="rightArrow">
            <a:avLst/>
          </a:prstGeom>
          <a:solidFill>
            <a:srgbClr val="00355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9" name="(using variables - manipulating data - mostly maths)">
            <a:extLst>
              <a:ext uri="{FF2B5EF4-FFF2-40B4-BE49-F238E27FC236}">
                <a16:creationId xmlns:a16="http://schemas.microsoft.com/office/drawing/2014/main" id="{F4C775F6-DF90-7B66-66A5-A7A5002FEF13}"/>
              </a:ext>
            </a:extLst>
          </p:cNvPr>
          <p:cNvSpPr txBox="1">
            <a:spLocks/>
          </p:cNvSpPr>
          <p:nvPr/>
        </p:nvSpPr>
        <p:spPr>
          <a:xfrm>
            <a:off x="1190625" y="6003747"/>
            <a:ext cx="9810750" cy="7947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t"/>
          <a:lstStyle>
            <a:lvl1pPr marL="0" marR="0" indent="0" algn="ctr" defTabSz="410751" rtl="0" latinLnBrk="0">
              <a:lnSpc>
                <a:spcPct val="100000"/>
              </a:lnSpc>
              <a:spcBef>
                <a:spcPts val="0"/>
              </a:spcBef>
              <a:spcAft>
                <a:spcPts val="0"/>
              </a:spcAft>
              <a:buClrTx/>
              <a:buSzTx/>
              <a:buFontTx/>
              <a:buNone/>
              <a:tabLst/>
              <a:defRPr sz="2531" b="0" i="0" u="none" strike="noStrike" cap="none" spc="0" baseline="0">
                <a:solidFill>
                  <a:srgbClr val="000000"/>
                </a:solidFill>
                <a:uFillTx/>
                <a:latin typeface="+mn-lt"/>
                <a:ea typeface="+mn-ea"/>
                <a:cs typeface="+mn-cs"/>
                <a:sym typeface="Gill Sans"/>
              </a:defRPr>
            </a:lvl1pPr>
            <a:lvl2pPr marL="0" marR="0" indent="0" algn="ctr" defTabSz="410751" rtl="0" latinLnBrk="0">
              <a:lnSpc>
                <a:spcPct val="100000"/>
              </a:lnSpc>
              <a:spcBef>
                <a:spcPts val="0"/>
              </a:spcBef>
              <a:spcAft>
                <a:spcPts val="0"/>
              </a:spcAft>
              <a:buClrTx/>
              <a:buSzTx/>
              <a:buFontTx/>
              <a:buNone/>
              <a:tabLst/>
              <a:defRPr sz="2531" b="0" i="0" u="none" strike="noStrike" cap="none" spc="0" baseline="0">
                <a:solidFill>
                  <a:srgbClr val="000000"/>
                </a:solidFill>
                <a:uFillTx/>
                <a:latin typeface="+mn-lt"/>
                <a:ea typeface="+mn-ea"/>
                <a:cs typeface="+mn-cs"/>
                <a:sym typeface="Gill Sans"/>
              </a:defRPr>
            </a:lvl2pPr>
            <a:lvl3pPr marL="0" marR="0" indent="0" algn="ctr" defTabSz="410751" rtl="0" latinLnBrk="0">
              <a:lnSpc>
                <a:spcPct val="100000"/>
              </a:lnSpc>
              <a:spcBef>
                <a:spcPts val="0"/>
              </a:spcBef>
              <a:spcAft>
                <a:spcPts val="0"/>
              </a:spcAft>
              <a:buClrTx/>
              <a:buSzTx/>
              <a:buFontTx/>
              <a:buNone/>
              <a:tabLst/>
              <a:defRPr sz="2531" b="0" i="0" u="none" strike="noStrike" cap="none" spc="0" baseline="0">
                <a:solidFill>
                  <a:srgbClr val="000000"/>
                </a:solidFill>
                <a:uFillTx/>
                <a:latin typeface="+mn-lt"/>
                <a:ea typeface="+mn-ea"/>
                <a:cs typeface="+mn-cs"/>
                <a:sym typeface="Gill Sans"/>
              </a:defRPr>
            </a:lvl3pPr>
            <a:lvl4pPr marL="0" marR="0" indent="0" algn="ctr" defTabSz="410751" rtl="0" latinLnBrk="0">
              <a:lnSpc>
                <a:spcPct val="100000"/>
              </a:lnSpc>
              <a:spcBef>
                <a:spcPts val="0"/>
              </a:spcBef>
              <a:spcAft>
                <a:spcPts val="0"/>
              </a:spcAft>
              <a:buClrTx/>
              <a:buSzTx/>
              <a:buFontTx/>
              <a:buNone/>
              <a:tabLst/>
              <a:defRPr sz="2531" b="0" i="0" u="none" strike="noStrike" cap="none" spc="0" baseline="0">
                <a:solidFill>
                  <a:srgbClr val="000000"/>
                </a:solidFill>
                <a:uFillTx/>
                <a:latin typeface="+mn-lt"/>
                <a:ea typeface="+mn-ea"/>
                <a:cs typeface="+mn-cs"/>
                <a:sym typeface="Gill Sans"/>
              </a:defRPr>
            </a:lvl4pPr>
            <a:lvl5pPr marL="0" marR="0" indent="0" algn="ctr" defTabSz="410751" rtl="0" latinLnBrk="0">
              <a:lnSpc>
                <a:spcPct val="100000"/>
              </a:lnSpc>
              <a:spcBef>
                <a:spcPts val="0"/>
              </a:spcBef>
              <a:spcAft>
                <a:spcPts val="0"/>
              </a:spcAft>
              <a:buClrTx/>
              <a:buSzTx/>
              <a:buFontTx/>
              <a:buNone/>
              <a:tabLst/>
              <a:defRPr sz="2531" b="0" i="0" u="none" strike="noStrike" cap="none" spc="0" baseline="0">
                <a:solidFill>
                  <a:srgbClr val="000000"/>
                </a:solidFill>
                <a:uFillTx/>
                <a:latin typeface="+mn-lt"/>
                <a:ea typeface="+mn-ea"/>
                <a:cs typeface="+mn-cs"/>
                <a:sym typeface="Gill Sans"/>
              </a:defRPr>
            </a:lvl5pPr>
            <a:lvl6pPr marL="2125190"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6pPr>
            <a:lvl7pPr marL="2375212"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7pPr>
            <a:lvl8pPr marL="2625235"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8pPr>
            <a:lvl9pPr marL="2875257" marR="0" indent="-401822" algn="l" defTabSz="410751" rtl="0" latinLnBrk="0">
              <a:lnSpc>
                <a:spcPct val="100000"/>
              </a:lnSpc>
              <a:spcBef>
                <a:spcPts val="3375"/>
              </a:spcBef>
              <a:spcAft>
                <a:spcPts val="0"/>
              </a:spcAft>
              <a:buClrTx/>
              <a:buSzPct val="171000"/>
              <a:buFontTx/>
              <a:buChar char="•"/>
              <a:tabLst/>
              <a:defRPr sz="2953" b="0" i="0" u="none" strike="noStrike" cap="none" spc="0" baseline="0">
                <a:solidFill>
                  <a:srgbClr val="000000"/>
                </a:solidFill>
                <a:uFillTx/>
                <a:latin typeface="+mn-lt"/>
                <a:ea typeface="+mn-ea"/>
                <a:cs typeface="+mn-cs"/>
                <a:sym typeface="Gill Sans"/>
              </a:defRPr>
            </a:lvl9pPr>
          </a:lstStyle>
          <a:p>
            <a:r>
              <a:rPr lang="en-GB" sz="2000" kern="0" dirty="0"/>
              <a:t>Think about it as a pathway from calculators to beyond where you can manipulate data rapidly and complete multiple calculations at once </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Using Variables"/>
          <p:cNvSpPr txBox="1">
            <a:spLocks noGrp="1"/>
          </p:cNvSpPr>
          <p:nvPr>
            <p:ph type="title"/>
          </p:nvPr>
        </p:nvSpPr>
        <p:spPr>
          <a:xfrm>
            <a:off x="1063520" y="0"/>
            <a:ext cx="9810750" cy="1714500"/>
          </a:xfrm>
          <a:prstGeom prst="rect">
            <a:avLst/>
          </a:prstGeom>
        </p:spPr>
        <p:txBody>
          <a:bodyPr/>
          <a:lstStyle/>
          <a:p>
            <a:r>
              <a:rPr dirty="0"/>
              <a:t>Using Variables</a:t>
            </a:r>
          </a:p>
        </p:txBody>
      </p:sp>
      <p:sp>
        <p:nvSpPr>
          <p:cNvPr id="177" name="Each program is a sequence of variable modifications - that’s what an algorithm is…"/>
          <p:cNvSpPr txBox="1">
            <a:spLocks noGrp="1"/>
          </p:cNvSpPr>
          <p:nvPr>
            <p:ph type="body" idx="1"/>
          </p:nvPr>
        </p:nvSpPr>
        <p:spPr>
          <a:xfrm>
            <a:off x="286333" y="1819275"/>
            <a:ext cx="7612274" cy="4572000"/>
          </a:xfrm>
          <a:prstGeom prst="rect">
            <a:avLst/>
          </a:prstGeom>
        </p:spPr>
        <p:txBody>
          <a:bodyPr anchor="t"/>
          <a:lstStyle/>
          <a:p>
            <a:r>
              <a:rPr dirty="0"/>
              <a:t>Each program is a sequence of variable modifications - that’s what an algorithm is</a:t>
            </a:r>
          </a:p>
          <a:p>
            <a:r>
              <a:rPr dirty="0"/>
              <a:t>Modifications happen due to operators, </a:t>
            </a:r>
            <a:br>
              <a:rPr dirty="0"/>
            </a:br>
            <a:r>
              <a:rPr dirty="0"/>
              <a:t>e.g. </a:t>
            </a:r>
            <a:r>
              <a:rPr dirty="0">
                <a:latin typeface="Courier"/>
                <a:ea typeface="Courier"/>
                <a:cs typeface="Courier"/>
                <a:sym typeface="Courier"/>
              </a:rPr>
              <a:t>+ - / *</a:t>
            </a:r>
            <a:r>
              <a:rPr dirty="0"/>
              <a:t>, etc.</a:t>
            </a:r>
          </a:p>
          <a:p>
            <a:r>
              <a:rPr dirty="0"/>
              <a:t>There are more advanced operators, short cuts, and functions provided in libraries.</a:t>
            </a:r>
          </a:p>
          <a:p>
            <a:r>
              <a:rPr dirty="0"/>
              <a:t>You will also write your own functions.</a:t>
            </a:r>
          </a:p>
          <a:p>
            <a:r>
              <a:rPr dirty="0"/>
              <a:t>Oh, strings are immutable - can't change '</a:t>
            </a:r>
            <a:r>
              <a:rPr dirty="0" err="1"/>
              <a:t>em</a:t>
            </a:r>
            <a:endParaRPr dirty="0"/>
          </a:p>
        </p:txBody>
      </p:sp>
      <p:sp>
        <p:nvSpPr>
          <p:cNvPr id="2" name="Diamond 1">
            <a:extLst>
              <a:ext uri="{FF2B5EF4-FFF2-40B4-BE49-F238E27FC236}">
                <a16:creationId xmlns:a16="http://schemas.microsoft.com/office/drawing/2014/main" id="{142BC19A-64B2-C4D4-FFDF-B76A0C028AF8}"/>
              </a:ext>
            </a:extLst>
          </p:cNvPr>
          <p:cNvSpPr/>
          <p:nvPr/>
        </p:nvSpPr>
        <p:spPr>
          <a:xfrm>
            <a:off x="8729662" y="1414005"/>
            <a:ext cx="1114425" cy="1182013"/>
          </a:xfrm>
          <a:prstGeom prst="diamond">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GB"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rPr>
              <a:t>+</a:t>
            </a:r>
            <a:endParaRPr kumimoji="0" lang="en-IN"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3" name="Diamond 2">
            <a:extLst>
              <a:ext uri="{FF2B5EF4-FFF2-40B4-BE49-F238E27FC236}">
                <a16:creationId xmlns:a16="http://schemas.microsoft.com/office/drawing/2014/main" id="{B97C173C-89EC-0878-1146-A61BED0924F4}"/>
              </a:ext>
            </a:extLst>
          </p:cNvPr>
          <p:cNvSpPr/>
          <p:nvPr/>
        </p:nvSpPr>
        <p:spPr>
          <a:xfrm>
            <a:off x="9377362" y="2061705"/>
            <a:ext cx="1114425" cy="1182013"/>
          </a:xfrm>
          <a:prstGeom prst="diamond">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GB"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rPr>
              <a:t>-</a:t>
            </a:r>
            <a:endParaRPr kumimoji="0" lang="en-IN"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10" name="Diamond 9">
            <a:extLst>
              <a:ext uri="{FF2B5EF4-FFF2-40B4-BE49-F238E27FC236}">
                <a16:creationId xmlns:a16="http://schemas.microsoft.com/office/drawing/2014/main" id="{496CA235-AB58-5933-8920-321F8976FBFF}"/>
              </a:ext>
            </a:extLst>
          </p:cNvPr>
          <p:cNvSpPr/>
          <p:nvPr/>
        </p:nvSpPr>
        <p:spPr>
          <a:xfrm>
            <a:off x="8739187" y="2733216"/>
            <a:ext cx="1114425" cy="1182013"/>
          </a:xfrm>
          <a:prstGeom prst="diamond">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GB"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rPr>
              <a:t>/</a:t>
            </a:r>
            <a:endParaRPr kumimoji="0" lang="en-IN"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11" name="Diamond 10">
            <a:extLst>
              <a:ext uri="{FF2B5EF4-FFF2-40B4-BE49-F238E27FC236}">
                <a16:creationId xmlns:a16="http://schemas.microsoft.com/office/drawing/2014/main" id="{6CA9C18A-E229-1525-F008-1B59480674CB}"/>
              </a:ext>
            </a:extLst>
          </p:cNvPr>
          <p:cNvSpPr/>
          <p:nvPr/>
        </p:nvSpPr>
        <p:spPr>
          <a:xfrm>
            <a:off x="9377362" y="3380916"/>
            <a:ext cx="1114425" cy="1182013"/>
          </a:xfrm>
          <a:prstGeom prst="diamond">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GB"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rPr>
              <a:t>*</a:t>
            </a:r>
            <a:endParaRPr kumimoji="0" lang="en-IN"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12" name="Diamond 11">
            <a:extLst>
              <a:ext uri="{FF2B5EF4-FFF2-40B4-BE49-F238E27FC236}">
                <a16:creationId xmlns:a16="http://schemas.microsoft.com/office/drawing/2014/main" id="{B048D873-171D-D13E-6EA1-3887997EEBBA}"/>
              </a:ext>
            </a:extLst>
          </p:cNvPr>
          <p:cNvSpPr/>
          <p:nvPr/>
        </p:nvSpPr>
        <p:spPr>
          <a:xfrm>
            <a:off x="8748712" y="4052427"/>
            <a:ext cx="1114425" cy="1182013"/>
          </a:xfrm>
          <a:prstGeom prst="diamond">
            <a:avLst/>
          </a:prstGeom>
          <a:solidFill>
            <a:schemeClr val="accent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GB"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rPr>
              <a:t>&lt;</a:t>
            </a:r>
            <a:endParaRPr kumimoji="0" lang="en-IN"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13" name="Diamond 12">
            <a:extLst>
              <a:ext uri="{FF2B5EF4-FFF2-40B4-BE49-F238E27FC236}">
                <a16:creationId xmlns:a16="http://schemas.microsoft.com/office/drawing/2014/main" id="{424B19C9-BB52-B590-0C6C-D27874CC3D63}"/>
              </a:ext>
            </a:extLst>
          </p:cNvPr>
          <p:cNvSpPr/>
          <p:nvPr/>
        </p:nvSpPr>
        <p:spPr>
          <a:xfrm>
            <a:off x="9396412" y="4700127"/>
            <a:ext cx="1114425" cy="1182013"/>
          </a:xfrm>
          <a:prstGeom prst="diamond">
            <a:avLst/>
          </a:prstGeom>
          <a:solidFill>
            <a:schemeClr val="accent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GB" sz="3200" dirty="0">
                <a:solidFill>
                  <a:srgbClr val="FFFFFF"/>
                </a:solidFill>
                <a:effectLst>
                  <a:outerShdw blurRad="38100" dist="12700" dir="5400000" rotWithShape="0">
                    <a:srgbClr val="000000">
                      <a:alpha val="50000"/>
                    </a:srgbClr>
                  </a:outerShdw>
                </a:effectLst>
                <a:sym typeface="Gill Sans"/>
              </a:rPr>
              <a:t>&amp;</a:t>
            </a:r>
            <a:endParaRPr kumimoji="0" lang="en-IN"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14" name="Diamond 13">
            <a:extLst>
              <a:ext uri="{FF2B5EF4-FFF2-40B4-BE49-F238E27FC236}">
                <a16:creationId xmlns:a16="http://schemas.microsoft.com/office/drawing/2014/main" id="{F1F211E1-96BC-97F0-9110-0F89E8868E5C}"/>
              </a:ext>
            </a:extLst>
          </p:cNvPr>
          <p:cNvSpPr/>
          <p:nvPr/>
        </p:nvSpPr>
        <p:spPr>
          <a:xfrm>
            <a:off x="8758237" y="5371638"/>
            <a:ext cx="1114425" cy="1182013"/>
          </a:xfrm>
          <a:prstGeom prst="diamond">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GB" sz="3200" dirty="0">
                <a:solidFill>
                  <a:srgbClr val="FFFFFF"/>
                </a:solidFill>
                <a:effectLst>
                  <a:outerShdw blurRad="38100" dist="12700" dir="5400000" rotWithShape="0">
                    <a:srgbClr val="000000">
                      <a:alpha val="50000"/>
                    </a:srgbClr>
                  </a:outerShdw>
                </a:effectLst>
                <a:sym typeface="Gill Sans"/>
              </a:rPr>
              <a:t>~</a:t>
            </a:r>
            <a:endParaRPr kumimoji="0" lang="en-IN"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Operators"/>
          <p:cNvSpPr txBox="1">
            <a:spLocks noGrp="1"/>
          </p:cNvSpPr>
          <p:nvPr>
            <p:ph type="title"/>
          </p:nvPr>
        </p:nvSpPr>
        <p:spPr>
          <a:prstGeom prst="rect">
            <a:avLst/>
          </a:prstGeom>
        </p:spPr>
        <p:txBody>
          <a:bodyPr/>
          <a:lstStyle/>
          <a:p>
            <a:r>
              <a:t>Operators</a:t>
            </a:r>
          </a:p>
        </p:txBody>
      </p:sp>
      <p:sp>
        <p:nvSpPr>
          <p:cNvPr id="182" name="four basic:  + - / *…"/>
          <p:cNvSpPr txBox="1">
            <a:spLocks noGrp="1"/>
          </p:cNvSpPr>
          <p:nvPr>
            <p:ph type="body" idx="1"/>
          </p:nvPr>
        </p:nvSpPr>
        <p:spPr>
          <a:prstGeom prst="rect">
            <a:avLst/>
          </a:prstGeom>
        </p:spPr>
        <p:txBody>
          <a:bodyPr/>
          <a:lstStyle/>
          <a:p>
            <a:r>
              <a:t>four basic:  </a:t>
            </a:r>
            <a:r>
              <a:rPr>
                <a:latin typeface="Courier"/>
                <a:ea typeface="Courier"/>
                <a:cs typeface="Courier"/>
                <a:sym typeface="Courier"/>
              </a:rPr>
              <a:t>+ - / *</a:t>
            </a:r>
          </a:p>
          <a:p>
            <a:r>
              <a:t>maths works like you'd expect !</a:t>
            </a:r>
          </a:p>
          <a:p>
            <a:r>
              <a:t>12/5 → 2.4,   5/9 → 0.55555...   </a:t>
            </a:r>
            <a:r>
              <a:rPr>
                <a:solidFill>
                  <a:srgbClr val="FF2600"/>
                </a:solidFill>
              </a:rPr>
              <a:t>precision? </a:t>
            </a:r>
          </a:p>
          <a:p>
            <a:r>
              <a:t>integer division and modulo operator: // </a:t>
            </a:r>
            <a:r>
              <a:rPr>
                <a:latin typeface="Courier"/>
                <a:ea typeface="Courier"/>
                <a:cs typeface="Courier"/>
                <a:sym typeface="Courier"/>
              </a:rPr>
              <a:t>%</a:t>
            </a:r>
          </a:p>
          <a:p>
            <a:r>
              <a:t>gives the integer and remainder after division, so  12//5 → 2,   5%9 → 5</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Operator Precedence"/>
          <p:cNvSpPr txBox="1">
            <a:spLocks noGrp="1"/>
          </p:cNvSpPr>
          <p:nvPr>
            <p:ph type="title"/>
          </p:nvPr>
        </p:nvSpPr>
        <p:spPr>
          <a:prstGeom prst="rect">
            <a:avLst/>
          </a:prstGeom>
        </p:spPr>
        <p:txBody>
          <a:bodyPr/>
          <a:lstStyle/>
          <a:p>
            <a:r>
              <a:t>Operator Precedence</a:t>
            </a:r>
          </a:p>
        </p:txBody>
      </p:sp>
      <p:sp>
        <p:nvSpPr>
          <p:cNvPr id="185" name="always use brackets if even vaguely unsure.…"/>
          <p:cNvSpPr txBox="1">
            <a:spLocks noGrp="1"/>
          </p:cNvSpPr>
          <p:nvPr>
            <p:ph type="body" idx="1"/>
          </p:nvPr>
        </p:nvSpPr>
        <p:spPr>
          <a:xfrm>
            <a:off x="471487" y="1504652"/>
            <a:ext cx="11630025" cy="3410546"/>
          </a:xfrm>
          <a:prstGeom prst="rect">
            <a:avLst/>
          </a:prstGeom>
        </p:spPr>
        <p:txBody>
          <a:bodyPr/>
          <a:lstStyle/>
          <a:p>
            <a:r>
              <a:rPr dirty="0"/>
              <a:t>always use brackets if even vaguely unsure.</a:t>
            </a:r>
          </a:p>
          <a:p>
            <a:r>
              <a:rPr dirty="0"/>
              <a:t>works the same way as normal mathematics where </a:t>
            </a:r>
            <a:r>
              <a:rPr dirty="0">
                <a:latin typeface="Courier"/>
                <a:ea typeface="Courier"/>
                <a:cs typeface="Courier"/>
                <a:sym typeface="Courier"/>
              </a:rPr>
              <a:t>*/%</a:t>
            </a:r>
            <a:r>
              <a:rPr dirty="0"/>
              <a:t> take precedence over </a:t>
            </a:r>
            <a:r>
              <a:rPr dirty="0">
                <a:latin typeface="Courier"/>
                <a:ea typeface="Courier"/>
                <a:cs typeface="Courier"/>
                <a:sym typeface="Courier"/>
              </a:rPr>
              <a:t>+-</a:t>
            </a:r>
            <a:r>
              <a:rPr dirty="0"/>
              <a:t>. Within each group precedence is typically </a:t>
            </a:r>
            <a:r>
              <a:rPr b="1" i="1" dirty="0"/>
              <a:t>left to right</a:t>
            </a:r>
            <a:r>
              <a:rPr dirty="0"/>
              <a:t>. </a:t>
            </a:r>
          </a:p>
          <a:p>
            <a:r>
              <a:rPr dirty="0"/>
              <a:t>Precedence is important to get the right results.</a:t>
            </a:r>
          </a:p>
        </p:txBody>
      </p:sp>
      <p:pic>
        <p:nvPicPr>
          <p:cNvPr id="1026" name="Picture 2" descr="Ordering Mathematical Operations, BODMAS | SkillsYouNeed">
            <a:extLst>
              <a:ext uri="{FF2B5EF4-FFF2-40B4-BE49-F238E27FC236}">
                <a16:creationId xmlns:a16="http://schemas.microsoft.com/office/drawing/2014/main" id="{84A6745C-79E8-ED63-D1A7-D635C8451A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14" t="5625" r="1822" b="20235"/>
          <a:stretch/>
        </p:blipFill>
        <p:spPr bwMode="auto">
          <a:xfrm>
            <a:off x="2762248" y="4652632"/>
            <a:ext cx="6296028" cy="20267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Operator Precedence"/>
          <p:cNvSpPr txBox="1">
            <a:spLocks noGrp="1"/>
          </p:cNvSpPr>
          <p:nvPr>
            <p:ph type="title"/>
          </p:nvPr>
        </p:nvSpPr>
        <p:spPr>
          <a:prstGeom prst="rect">
            <a:avLst/>
          </a:prstGeom>
        </p:spPr>
        <p:txBody>
          <a:bodyPr/>
          <a:lstStyle/>
          <a:p>
            <a:r>
              <a:t>Operator Precedence</a:t>
            </a:r>
          </a:p>
        </p:txBody>
      </p:sp>
      <p:sp>
        <p:nvSpPr>
          <p:cNvPr id="190" name="An example :…"/>
          <p:cNvSpPr txBox="1">
            <a:spLocks noGrp="1"/>
          </p:cNvSpPr>
          <p:nvPr>
            <p:ph type="body" idx="1"/>
          </p:nvPr>
        </p:nvSpPr>
        <p:spPr>
          <a:xfrm>
            <a:off x="683849" y="1946672"/>
            <a:ext cx="9810750" cy="4018359"/>
          </a:xfrm>
          <a:prstGeom prst="rect">
            <a:avLst/>
          </a:prstGeom>
        </p:spPr>
        <p:txBody>
          <a:bodyPr/>
          <a:lstStyle/>
          <a:p>
            <a:pPr marL="401822"/>
            <a:r>
              <a:rPr dirty="0"/>
              <a:t>An example :</a:t>
            </a:r>
          </a:p>
          <a:p>
            <a:pPr marL="0" indent="0">
              <a:buSzTx/>
              <a:buNone/>
            </a:pPr>
            <a:r>
              <a:rPr dirty="0"/>
              <a:t> </a:t>
            </a:r>
            <a:r>
              <a:rPr dirty="0" err="1">
                <a:latin typeface="Courier"/>
                <a:ea typeface="Courier"/>
                <a:cs typeface="Courier"/>
                <a:sym typeface="Courier"/>
              </a:rPr>
              <a:t>a+b</a:t>
            </a:r>
            <a:r>
              <a:rPr dirty="0">
                <a:latin typeface="Courier"/>
                <a:ea typeface="Courier"/>
                <a:cs typeface="Courier"/>
                <a:sym typeface="Courier"/>
              </a:rPr>
              <a:t>*c*</a:t>
            </a:r>
            <a:r>
              <a:rPr dirty="0" err="1">
                <a:latin typeface="Courier"/>
                <a:ea typeface="Courier"/>
                <a:cs typeface="Courier"/>
                <a:sym typeface="Courier"/>
              </a:rPr>
              <a:t>d%e</a:t>
            </a:r>
            <a:r>
              <a:rPr dirty="0">
                <a:latin typeface="Courier"/>
                <a:ea typeface="Courier"/>
                <a:cs typeface="Courier"/>
                <a:sym typeface="Courier"/>
              </a:rPr>
              <a:t> - f/g</a:t>
            </a:r>
          </a:p>
          <a:p>
            <a:pPr marL="0" indent="0">
              <a:buSzTx/>
              <a:buNone/>
            </a:pPr>
            <a:r>
              <a:rPr dirty="0"/>
              <a:t>   </a:t>
            </a:r>
            <a:r>
              <a:rPr dirty="0">
                <a:solidFill>
                  <a:srgbClr val="531B93"/>
                </a:solidFill>
                <a:latin typeface="Courier"/>
                <a:ea typeface="Courier"/>
                <a:cs typeface="Courier"/>
                <a:sym typeface="Courier"/>
              </a:rPr>
              <a:t>5 1 2 3  6  4</a:t>
            </a:r>
          </a:p>
          <a:p>
            <a:pPr marL="0" indent="0">
              <a:buSzTx/>
              <a:buNone/>
            </a:pPr>
            <a:r>
              <a:rPr dirty="0"/>
              <a:t> </a:t>
            </a:r>
            <a:r>
              <a:rPr dirty="0">
                <a:latin typeface="Courier"/>
                <a:ea typeface="Courier"/>
                <a:cs typeface="Courier"/>
                <a:sym typeface="Courier"/>
              </a:rPr>
              <a:t>a + ( (b*c*d)%e ) - (f/g)</a:t>
            </a:r>
            <a:r>
              <a:rPr dirty="0"/>
              <a:t> </a:t>
            </a:r>
          </a:p>
        </p:txBody>
      </p:sp>
      <p:pic>
        <p:nvPicPr>
          <p:cNvPr id="4100" name="Picture 4" descr="Bodmas | Math jokes, Math humor, Math memes">
            <a:extLst>
              <a:ext uri="{FF2B5EF4-FFF2-40B4-BE49-F238E27FC236}">
                <a16:creationId xmlns:a16="http://schemas.microsoft.com/office/drawing/2014/main" id="{D131AE2E-B085-18BB-015C-151E55C14D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3536" y="1562100"/>
            <a:ext cx="4375038" cy="3402807"/>
          </a:xfrm>
          <a:prstGeom prst="rect">
            <a:avLst/>
          </a:prstGeom>
          <a:noFill/>
          <a:extLst>
            <a:ext uri="{909E8E84-426E-40DD-AFC4-6F175D3DCCD1}">
              <a14:hiddenFill xmlns:a14="http://schemas.microsoft.com/office/drawing/2010/main">
                <a:solidFill>
                  <a:srgbClr val="FFFFFF"/>
                </a:solidFill>
              </a14:hiddenFill>
            </a:ext>
          </a:extLst>
        </p:spPr>
      </p:pic>
      <p:cxnSp>
        <p:nvCxnSpPr>
          <p:cNvPr id="2" name="Straight Arrow Connector 1">
            <a:extLst>
              <a:ext uri="{FF2B5EF4-FFF2-40B4-BE49-F238E27FC236}">
                <a16:creationId xmlns:a16="http://schemas.microsoft.com/office/drawing/2014/main" id="{1991168B-C6E7-101E-E225-D6E8BAB60395}"/>
              </a:ext>
            </a:extLst>
          </p:cNvPr>
          <p:cNvCxnSpPr>
            <a:cxnSpLocks/>
          </p:cNvCxnSpPr>
          <p:nvPr/>
        </p:nvCxnSpPr>
        <p:spPr>
          <a:xfrm flipV="1">
            <a:off x="8934680" y="3536414"/>
            <a:ext cx="1013551" cy="209320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5" name="Straight Arrow Connector 4">
            <a:extLst>
              <a:ext uri="{FF2B5EF4-FFF2-40B4-BE49-F238E27FC236}">
                <a16:creationId xmlns:a16="http://schemas.microsoft.com/office/drawing/2014/main" id="{CAA4A0B8-AE2E-DEEE-1822-8EA123416350}"/>
              </a:ext>
            </a:extLst>
          </p:cNvPr>
          <p:cNvCxnSpPr>
            <a:cxnSpLocks/>
          </p:cNvCxnSpPr>
          <p:nvPr/>
        </p:nvCxnSpPr>
        <p:spPr>
          <a:xfrm flipV="1">
            <a:off x="9716353" y="3084723"/>
            <a:ext cx="677405" cy="2544896"/>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8" name="Straight Arrow Connector 7">
            <a:extLst>
              <a:ext uri="{FF2B5EF4-FFF2-40B4-BE49-F238E27FC236}">
                <a16:creationId xmlns:a16="http://schemas.microsoft.com/office/drawing/2014/main" id="{078B7C33-3481-294F-65AE-269296FA9C84}"/>
              </a:ext>
            </a:extLst>
          </p:cNvPr>
          <p:cNvCxnSpPr>
            <a:cxnSpLocks/>
          </p:cNvCxnSpPr>
          <p:nvPr/>
        </p:nvCxnSpPr>
        <p:spPr>
          <a:xfrm flipV="1">
            <a:off x="10494599" y="3429000"/>
            <a:ext cx="506776" cy="2254197"/>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1" name="Straight Arrow Connector 10">
            <a:extLst>
              <a:ext uri="{FF2B5EF4-FFF2-40B4-BE49-F238E27FC236}">
                <a16:creationId xmlns:a16="http://schemas.microsoft.com/office/drawing/2014/main" id="{10737F05-70CA-5E57-4B2C-E56F2EACC1BA}"/>
              </a:ext>
            </a:extLst>
          </p:cNvPr>
          <p:cNvCxnSpPr>
            <a:cxnSpLocks/>
          </p:cNvCxnSpPr>
          <p:nvPr/>
        </p:nvCxnSpPr>
        <p:spPr>
          <a:xfrm flipV="1">
            <a:off x="7557571" y="3837808"/>
            <a:ext cx="498658" cy="1791811"/>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3" name="TextBox 12">
            <a:extLst>
              <a:ext uri="{FF2B5EF4-FFF2-40B4-BE49-F238E27FC236}">
                <a16:creationId xmlns:a16="http://schemas.microsoft.com/office/drawing/2014/main" id="{54E1567E-1BA2-C793-B462-B029DC7C4196}"/>
              </a:ext>
            </a:extLst>
          </p:cNvPr>
          <p:cNvSpPr txBox="1"/>
          <p:nvPr/>
        </p:nvSpPr>
        <p:spPr>
          <a:xfrm>
            <a:off x="8192654" y="5672170"/>
            <a:ext cx="999313"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n-lt"/>
                <a:ea typeface="+mn-ea"/>
                <a:cs typeface="+mn-cs"/>
                <a:sym typeface="Gill Sans"/>
              </a:rPr>
              <a:t>1. Brackets</a:t>
            </a:r>
          </a:p>
        </p:txBody>
      </p:sp>
      <p:sp>
        <p:nvSpPr>
          <p:cNvPr id="14" name="TextBox 13">
            <a:extLst>
              <a:ext uri="{FF2B5EF4-FFF2-40B4-BE49-F238E27FC236}">
                <a16:creationId xmlns:a16="http://schemas.microsoft.com/office/drawing/2014/main" id="{FAD404F5-63A0-60D5-230A-7DBA3ACCEFAC}"/>
              </a:ext>
            </a:extLst>
          </p:cNvPr>
          <p:cNvSpPr txBox="1"/>
          <p:nvPr/>
        </p:nvSpPr>
        <p:spPr>
          <a:xfrm>
            <a:off x="9349122" y="5672170"/>
            <a:ext cx="81798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n-lt"/>
                <a:ea typeface="+mn-ea"/>
                <a:cs typeface="+mn-cs"/>
                <a:sym typeface="Gill Sans"/>
              </a:rPr>
              <a:t>2. Order</a:t>
            </a:r>
          </a:p>
        </p:txBody>
      </p:sp>
      <p:sp>
        <p:nvSpPr>
          <p:cNvPr id="15" name="TextBox 14">
            <a:extLst>
              <a:ext uri="{FF2B5EF4-FFF2-40B4-BE49-F238E27FC236}">
                <a16:creationId xmlns:a16="http://schemas.microsoft.com/office/drawing/2014/main" id="{36AA7F07-FE81-3BD9-9147-7FFA7AB67B42}"/>
              </a:ext>
            </a:extLst>
          </p:cNvPr>
          <p:cNvSpPr txBox="1"/>
          <p:nvPr/>
        </p:nvSpPr>
        <p:spPr>
          <a:xfrm>
            <a:off x="10134670" y="5672170"/>
            <a:ext cx="96052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n-lt"/>
                <a:ea typeface="+mn-ea"/>
                <a:cs typeface="+mn-cs"/>
                <a:sym typeface="Gill Sans"/>
              </a:rPr>
              <a:t>3. Division</a:t>
            </a:r>
          </a:p>
        </p:txBody>
      </p:sp>
      <p:sp>
        <p:nvSpPr>
          <p:cNvPr id="16" name="TextBox 15">
            <a:extLst>
              <a:ext uri="{FF2B5EF4-FFF2-40B4-BE49-F238E27FC236}">
                <a16:creationId xmlns:a16="http://schemas.microsoft.com/office/drawing/2014/main" id="{600A96AF-F762-0514-C31F-DA57FB1D920E}"/>
              </a:ext>
            </a:extLst>
          </p:cNvPr>
          <p:cNvSpPr txBox="1"/>
          <p:nvPr/>
        </p:nvSpPr>
        <p:spPr>
          <a:xfrm>
            <a:off x="7009908" y="5672170"/>
            <a:ext cx="9845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n-lt"/>
                <a:ea typeface="+mn-ea"/>
                <a:cs typeface="+mn-cs"/>
                <a:sym typeface="Gill Sans"/>
              </a:rPr>
              <a:t>4. Addition</a:t>
            </a:r>
          </a:p>
        </p:txBody>
      </p:sp>
      <p:sp>
        <p:nvSpPr>
          <p:cNvPr id="19" name="TextBox 18">
            <a:extLst>
              <a:ext uri="{FF2B5EF4-FFF2-40B4-BE49-F238E27FC236}">
                <a16:creationId xmlns:a16="http://schemas.microsoft.com/office/drawing/2014/main" id="{2B4E710C-2B22-4C88-617A-0CCDC04A35DC}"/>
              </a:ext>
            </a:extLst>
          </p:cNvPr>
          <p:cNvSpPr txBox="1"/>
          <p:nvPr/>
        </p:nvSpPr>
        <p:spPr>
          <a:xfrm>
            <a:off x="6399075" y="6038292"/>
            <a:ext cx="5563959"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n-lt"/>
                <a:ea typeface="+mn-ea"/>
                <a:cs typeface="+mn-cs"/>
                <a:sym typeface="Gill Sans"/>
              </a:rPr>
              <a:t>The order of operators through the door according to BODMAS</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Operator Precedence"/>
          <p:cNvSpPr txBox="1">
            <a:spLocks noGrp="1"/>
          </p:cNvSpPr>
          <p:nvPr>
            <p:ph type="title"/>
          </p:nvPr>
        </p:nvSpPr>
        <p:spPr>
          <a:prstGeom prst="rect">
            <a:avLst/>
          </a:prstGeom>
        </p:spPr>
        <p:txBody>
          <a:bodyPr/>
          <a:lstStyle/>
          <a:p>
            <a:r>
              <a:t>Operator Precedence</a:t>
            </a:r>
          </a:p>
        </p:txBody>
      </p:sp>
      <p:sp>
        <p:nvSpPr>
          <p:cNvPr id="193" name="Another example :…"/>
          <p:cNvSpPr txBox="1">
            <a:spLocks noGrp="1"/>
          </p:cNvSpPr>
          <p:nvPr>
            <p:ph type="body" idx="1"/>
          </p:nvPr>
        </p:nvSpPr>
        <p:spPr>
          <a:prstGeom prst="rect">
            <a:avLst/>
          </a:prstGeom>
        </p:spPr>
        <p:txBody>
          <a:bodyPr/>
          <a:lstStyle/>
          <a:p>
            <a:r>
              <a:rPr dirty="0"/>
              <a:t>Another example :</a:t>
            </a:r>
          </a:p>
          <a:p>
            <a:r>
              <a:rPr dirty="0"/>
              <a:t> </a:t>
            </a:r>
            <a:r>
              <a:rPr dirty="0">
                <a:latin typeface="Courier"/>
                <a:ea typeface="Courier"/>
                <a:cs typeface="Courier"/>
                <a:sym typeface="Courier"/>
              </a:rPr>
              <a:t>a*(</a:t>
            </a:r>
            <a:r>
              <a:rPr dirty="0" err="1">
                <a:latin typeface="Courier"/>
                <a:ea typeface="Courier"/>
                <a:cs typeface="Courier"/>
                <a:sym typeface="Courier"/>
              </a:rPr>
              <a:t>b+c</a:t>
            </a:r>
            <a:r>
              <a:rPr dirty="0">
                <a:latin typeface="Courier"/>
                <a:ea typeface="Courier"/>
                <a:cs typeface="Courier"/>
                <a:sym typeface="Courier"/>
              </a:rPr>
              <a:t>)%5+x/(3+p)-r-j</a:t>
            </a:r>
          </a:p>
          <a:p>
            <a:r>
              <a:rPr dirty="0">
                <a:latin typeface="Courier"/>
                <a:ea typeface="Courier"/>
                <a:cs typeface="Courier"/>
                <a:sym typeface="Courier"/>
              </a:rPr>
              <a:t>(</a:t>
            </a:r>
            <a:r>
              <a:rPr dirty="0" err="1">
                <a:latin typeface="Courier"/>
                <a:ea typeface="Courier"/>
                <a:cs typeface="Courier"/>
                <a:sym typeface="Courier"/>
              </a:rPr>
              <a:t>b+c</a:t>
            </a:r>
            <a:r>
              <a:rPr dirty="0">
                <a:latin typeface="Courier"/>
                <a:ea typeface="Courier"/>
                <a:cs typeface="Courier"/>
                <a:sym typeface="Courier"/>
              </a:rPr>
              <a:t>)</a:t>
            </a:r>
            <a:r>
              <a:rPr dirty="0"/>
              <a:t> and </a:t>
            </a:r>
            <a:r>
              <a:rPr dirty="0">
                <a:latin typeface="Courier"/>
                <a:ea typeface="Courier"/>
                <a:cs typeface="Courier"/>
                <a:sym typeface="Courier"/>
              </a:rPr>
              <a:t>(3+p)</a:t>
            </a:r>
            <a:r>
              <a:rPr dirty="0"/>
              <a:t> first due to brackets. If all of the variables are integers, the brackets will be too.</a:t>
            </a:r>
          </a:p>
          <a:p>
            <a:r>
              <a:rPr dirty="0"/>
              <a:t>multiplication, then modulo, then division.</a:t>
            </a:r>
          </a:p>
          <a:p>
            <a:r>
              <a:rPr dirty="0"/>
              <a:t>finally additions and subtractions L →R.</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Logical Operators"/>
          <p:cNvSpPr txBox="1">
            <a:spLocks noGrp="1"/>
          </p:cNvSpPr>
          <p:nvPr>
            <p:ph type="title"/>
          </p:nvPr>
        </p:nvSpPr>
        <p:spPr>
          <a:xfrm>
            <a:off x="714375" y="178594"/>
            <a:ext cx="9810750" cy="1714500"/>
          </a:xfrm>
          <a:prstGeom prst="rect">
            <a:avLst/>
          </a:prstGeom>
        </p:spPr>
        <p:txBody>
          <a:bodyPr/>
          <a:lstStyle/>
          <a:p>
            <a:r>
              <a:rPr dirty="0"/>
              <a:t>Logical Operators</a:t>
            </a:r>
          </a:p>
        </p:txBody>
      </p:sp>
      <p:sp>
        <p:nvSpPr>
          <p:cNvPr id="196" name="Boolean / Relational / Logical variables can have two values {True, False}.…"/>
          <p:cNvSpPr txBox="1">
            <a:spLocks noGrp="1"/>
          </p:cNvSpPr>
          <p:nvPr>
            <p:ph type="body" idx="1"/>
          </p:nvPr>
        </p:nvSpPr>
        <p:spPr>
          <a:xfrm>
            <a:off x="266700" y="2232422"/>
            <a:ext cx="8077200" cy="4018359"/>
          </a:xfrm>
          <a:prstGeom prst="rect">
            <a:avLst/>
          </a:prstGeom>
        </p:spPr>
        <p:txBody>
          <a:bodyPr/>
          <a:lstStyle/>
          <a:p>
            <a:r>
              <a:rPr dirty="0"/>
              <a:t>Boolean / Relational / Logical variables can have two values {True, False}.</a:t>
            </a:r>
          </a:p>
          <a:p>
            <a:r>
              <a:rPr dirty="0"/>
              <a:t>Actually, you tend not to explicitly create names variables which are Boolean</a:t>
            </a:r>
          </a:p>
          <a:p>
            <a:r>
              <a:rPr dirty="0"/>
              <a:t>This doesn’t stop you using logical operators, however…</a:t>
            </a:r>
          </a:p>
        </p:txBody>
      </p:sp>
      <p:pic>
        <p:nvPicPr>
          <p:cNvPr id="3" name="Picture 2">
            <a:extLst>
              <a:ext uri="{FF2B5EF4-FFF2-40B4-BE49-F238E27FC236}">
                <a16:creationId xmlns:a16="http://schemas.microsoft.com/office/drawing/2014/main" id="{31CA387C-1D5D-4528-702C-AE1FDEC8A4DF}"/>
              </a:ext>
            </a:extLst>
          </p:cNvPr>
          <p:cNvPicPr>
            <a:picLocks noChangeAspect="1"/>
          </p:cNvPicPr>
          <p:nvPr/>
        </p:nvPicPr>
        <p:blipFill rotWithShape="1">
          <a:blip r:embed="rId2"/>
          <a:srcRect t="1423"/>
          <a:stretch/>
        </p:blipFill>
        <p:spPr>
          <a:xfrm>
            <a:off x="8700978" y="178594"/>
            <a:ext cx="2538522" cy="6582064"/>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Logical Operators"/>
          <p:cNvSpPr txBox="1">
            <a:spLocks noGrp="1"/>
          </p:cNvSpPr>
          <p:nvPr>
            <p:ph type="title"/>
          </p:nvPr>
        </p:nvSpPr>
        <p:spPr>
          <a:prstGeom prst="rect">
            <a:avLst/>
          </a:prstGeom>
        </p:spPr>
        <p:txBody>
          <a:bodyPr/>
          <a:lstStyle/>
          <a:p>
            <a:r>
              <a:t>Logical Operators</a:t>
            </a:r>
          </a:p>
        </p:txBody>
      </p:sp>
      <p:graphicFrame>
        <p:nvGraphicFramePr>
          <p:cNvPr id="199" name="Table"/>
          <p:cNvGraphicFramePr/>
          <p:nvPr/>
        </p:nvGraphicFramePr>
        <p:xfrm>
          <a:off x="2059781" y="1910954"/>
          <a:ext cx="8063507" cy="3598665"/>
        </p:xfrm>
        <a:graphic>
          <a:graphicData uri="http://schemas.openxmlformats.org/drawingml/2006/table">
            <a:tbl>
              <a:tblPr firstRow="1"/>
              <a:tblGrid>
                <a:gridCol w="2732484">
                  <a:extLst>
                    <a:ext uri="{9D8B030D-6E8A-4147-A177-3AD203B41FA5}">
                      <a16:colId xmlns:a16="http://schemas.microsoft.com/office/drawing/2014/main" val="20000"/>
                    </a:ext>
                  </a:extLst>
                </a:gridCol>
                <a:gridCol w="5331023">
                  <a:extLst>
                    <a:ext uri="{9D8B030D-6E8A-4147-A177-3AD203B41FA5}">
                      <a16:colId xmlns:a16="http://schemas.microsoft.com/office/drawing/2014/main" val="20001"/>
                    </a:ext>
                  </a:extLst>
                </a:gridCol>
              </a:tblGrid>
              <a:tr h="514095">
                <a:tc>
                  <a:txBody>
                    <a:bodyPr/>
                    <a:lstStyle/>
                    <a:p>
                      <a:pPr defTabSz="914400">
                        <a:tabLst>
                          <a:tab pos="914400" algn="l"/>
                        </a:tabLst>
                      </a:pPr>
                      <a:r>
                        <a:rPr sz="2500" b="0" cap="none" spc="0">
                          <a:ln w="0"/>
                          <a:solidFill>
                            <a:schemeClr val="tx1"/>
                          </a:solidFill>
                          <a:effectLst>
                            <a:outerShdw blurRad="38100" dist="19050" dir="2700000" algn="tl" rotWithShape="0">
                              <a:schemeClr val="dk1">
                                <a:alpha val="40000"/>
                              </a:schemeClr>
                            </a:outerShdw>
                          </a:effectLst>
                          <a:latin typeface="+mn-lt"/>
                          <a:ea typeface="+mn-ea"/>
                          <a:cs typeface="+mn-cs"/>
                        </a:rPr>
                        <a:t>operator</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solidFill>
                      <a:srgbClr val="C0C0C0"/>
                    </a:solidFill>
                  </a:tcPr>
                </a:tc>
                <a:tc>
                  <a:txBody>
                    <a:bodyPr/>
                    <a:lstStyle/>
                    <a:p>
                      <a:pPr defTabSz="914400">
                        <a:tabLst>
                          <a:tab pos="914400" algn="l"/>
                        </a:tabLst>
                      </a:pPr>
                      <a:r>
                        <a:rPr sz="2500" b="0" cap="none" spc="0" dirty="0">
                          <a:ln w="0"/>
                          <a:solidFill>
                            <a:schemeClr val="tx1"/>
                          </a:solidFill>
                          <a:effectLst>
                            <a:outerShdw blurRad="38100" dist="19050" dir="2700000" algn="tl" rotWithShape="0">
                              <a:schemeClr val="dk1">
                                <a:alpha val="40000"/>
                              </a:schemeClr>
                            </a:outerShdw>
                          </a:effectLst>
                          <a:latin typeface="+mn-lt"/>
                          <a:ea typeface="+mn-ea"/>
                          <a:cs typeface="+mn-cs"/>
                        </a:rPr>
                        <a:t>description</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solidFill>
                      <a:srgbClr val="C0C0C0"/>
                    </a:solidFill>
                  </a:tcPr>
                </a:tc>
                <a:extLst>
                  <a:ext uri="{0D108BD9-81ED-4DB2-BD59-A6C34878D82A}">
                    <a16:rowId xmlns:a16="http://schemas.microsoft.com/office/drawing/2014/main" val="10000"/>
                  </a:ext>
                </a:extLst>
              </a:tr>
              <a:tr h="514095">
                <a:tc>
                  <a:txBody>
                    <a:bodyPr/>
                    <a:lstStyle/>
                    <a:p>
                      <a:pPr defTabSz="914400">
                        <a:tabLst>
                          <a:tab pos="914400" algn="l"/>
                        </a:tabLst>
                        <a:defRPr sz="3600">
                          <a:latin typeface="Courier"/>
                          <a:ea typeface="Courier"/>
                          <a:cs typeface="Courier"/>
                          <a:sym typeface="Courier"/>
                        </a:defRPr>
                      </a:pPr>
                      <a:r>
                        <a:rPr sz="2500">
                          <a:solidFill>
                            <a:schemeClr val="accent6">
                              <a:hueOff val="-146070"/>
                              <a:satOff val="-10048"/>
                              <a:lumOff val="-30626"/>
                            </a:schemeClr>
                          </a:solidFill>
                        </a:rPr>
                        <a:t>not</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914400" algn="l"/>
                        </a:tabLst>
                      </a:pPr>
                      <a:r>
                        <a:rPr sz="2500">
                          <a:latin typeface="+mn-lt"/>
                          <a:ea typeface="+mn-ea"/>
                          <a:cs typeface="+mn-cs"/>
                        </a:rPr>
                        <a:t>NOT, unary logical negation</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1"/>
                  </a:ext>
                </a:extLst>
              </a:tr>
              <a:tr h="514095">
                <a:tc>
                  <a:txBody>
                    <a:bodyPr/>
                    <a:lstStyle/>
                    <a:p>
                      <a:pPr defTabSz="914400">
                        <a:tabLst>
                          <a:tab pos="914400" algn="l"/>
                        </a:tabLst>
                      </a:pPr>
                      <a:r>
                        <a:rPr sz="2500">
                          <a:latin typeface="Courier"/>
                          <a:ea typeface="Courier"/>
                          <a:cs typeface="Courier"/>
                          <a:sym typeface="Courier"/>
                        </a:rPr>
                        <a:t>&lt;, &lt;=, &gt;, &gt;=</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914400" algn="l"/>
                        </a:tabLst>
                      </a:pPr>
                      <a:r>
                        <a:rPr sz="2500">
                          <a:latin typeface="+mn-lt"/>
                          <a:ea typeface="+mn-ea"/>
                          <a:cs typeface="+mn-cs"/>
                        </a:rPr>
                        <a:t>comparisons (note order)</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2"/>
                  </a:ext>
                </a:extLst>
              </a:tr>
              <a:tr h="514095">
                <a:tc>
                  <a:txBody>
                    <a:bodyPr/>
                    <a:lstStyle/>
                    <a:p>
                      <a:pPr defTabSz="914400">
                        <a:tabLst>
                          <a:tab pos="914400" algn="l"/>
                        </a:tabLst>
                        <a:defRPr sz="3600">
                          <a:latin typeface="Courier"/>
                          <a:ea typeface="Courier"/>
                          <a:cs typeface="Courier"/>
                          <a:sym typeface="Courier"/>
                        </a:defRPr>
                      </a:pPr>
                      <a:r>
                        <a:rPr sz="2500">
                          <a:solidFill>
                            <a:srgbClr val="FF2600"/>
                          </a:solidFill>
                        </a:rPr>
                        <a:t>==</a:t>
                      </a:r>
                      <a:r>
                        <a:rPr sz="2500"/>
                        <a:t>, !=</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914400" algn="l"/>
                        </a:tabLst>
                        <a:defRPr sz="3600">
                          <a:latin typeface="+mn-lt"/>
                          <a:ea typeface="+mn-ea"/>
                          <a:cs typeface="+mn-cs"/>
                        </a:defRPr>
                      </a:pPr>
                      <a:r>
                        <a:rPr sz="2500">
                          <a:solidFill>
                            <a:srgbClr val="FF2600"/>
                          </a:solidFill>
                        </a:rPr>
                        <a:t>is equal</a:t>
                      </a:r>
                      <a:r>
                        <a:rPr sz="2500"/>
                        <a:t>, not equal in value</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3"/>
                  </a:ext>
                </a:extLst>
              </a:tr>
              <a:tr h="514095">
                <a:tc>
                  <a:txBody>
                    <a:bodyPr/>
                    <a:lstStyle/>
                    <a:p>
                      <a:pPr defTabSz="914400">
                        <a:tabLst>
                          <a:tab pos="914400" algn="l"/>
                        </a:tabLst>
                        <a:defRPr sz="3600">
                          <a:latin typeface="Courier"/>
                          <a:ea typeface="Courier"/>
                          <a:cs typeface="Courier"/>
                          <a:sym typeface="Courier"/>
                        </a:defRPr>
                      </a:pPr>
                      <a:r>
                        <a:rPr sz="2500">
                          <a:solidFill>
                            <a:schemeClr val="accent6">
                              <a:hueOff val="-146070"/>
                              <a:satOff val="-10048"/>
                              <a:lumOff val="-30626"/>
                            </a:schemeClr>
                          </a:solidFill>
                        </a:rPr>
                        <a:t>and</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914400" algn="l"/>
                        </a:tabLst>
                      </a:pPr>
                      <a:r>
                        <a:rPr sz="2500">
                          <a:latin typeface="+mn-lt"/>
                          <a:ea typeface="+mn-ea"/>
                          <a:cs typeface="+mn-cs"/>
                        </a:rPr>
                        <a:t>AND</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4"/>
                  </a:ext>
                </a:extLst>
              </a:tr>
              <a:tr h="514095">
                <a:tc>
                  <a:txBody>
                    <a:bodyPr/>
                    <a:lstStyle/>
                    <a:p>
                      <a:pPr defTabSz="914400">
                        <a:tabLst>
                          <a:tab pos="914400" algn="l"/>
                        </a:tabLst>
                        <a:defRPr sz="3600">
                          <a:latin typeface="Courier"/>
                          <a:ea typeface="Courier"/>
                          <a:cs typeface="Courier"/>
                          <a:sym typeface="Courier"/>
                        </a:defRPr>
                      </a:pPr>
                      <a:r>
                        <a:rPr sz="2500">
                          <a:solidFill>
                            <a:schemeClr val="accent6">
                              <a:hueOff val="-146070"/>
                              <a:satOff val="-10048"/>
                              <a:lumOff val="-30626"/>
                            </a:schemeClr>
                          </a:solidFill>
                        </a:rPr>
                        <a:t>or</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914400" algn="l"/>
                        </a:tabLst>
                      </a:pPr>
                      <a:r>
                        <a:rPr sz="2500">
                          <a:latin typeface="+mn-lt"/>
                          <a:ea typeface="+mn-ea"/>
                          <a:cs typeface="+mn-cs"/>
                        </a:rPr>
                        <a:t>OR</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5"/>
                  </a:ext>
                </a:extLst>
              </a:tr>
              <a:tr h="514095">
                <a:tc>
                  <a:txBody>
                    <a:bodyPr/>
                    <a:lstStyle/>
                    <a:p>
                      <a:pPr defTabSz="914400">
                        <a:tabLst>
                          <a:tab pos="914400" algn="l"/>
                        </a:tabLst>
                        <a:defRPr sz="3600">
                          <a:latin typeface="Courier"/>
                          <a:ea typeface="Courier"/>
                          <a:cs typeface="Courier"/>
                          <a:sym typeface="Courier"/>
                        </a:defRPr>
                      </a:pPr>
                      <a:r>
                        <a:rPr sz="2500">
                          <a:solidFill>
                            <a:srgbClr val="942192"/>
                          </a:solidFill>
                        </a:rPr>
                        <a:t>is</a:t>
                      </a:r>
                      <a:r>
                        <a:rPr sz="2500"/>
                        <a:t>, </a:t>
                      </a:r>
                      <a:r>
                        <a:rPr sz="2500">
                          <a:solidFill>
                            <a:srgbClr val="942192"/>
                          </a:solidFill>
                        </a:rPr>
                        <a:t>is not</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defTabSz="914400">
                        <a:tabLst>
                          <a:tab pos="914400" algn="l"/>
                        </a:tabLst>
                      </a:pPr>
                      <a:r>
                        <a:rPr sz="2500" dirty="0">
                          <a:latin typeface="+mn-lt"/>
                          <a:ea typeface="+mn-ea"/>
                          <a:cs typeface="+mn-cs"/>
                        </a:rPr>
                        <a:t>is the same, not the same object </a:t>
                      </a:r>
                    </a:p>
                  </a:txBody>
                  <a:tcPr marL="35719" marR="35719" marT="35719" marB="3571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6"/>
                  </a:ext>
                </a:extLst>
              </a:tr>
            </a:tbl>
          </a:graphicData>
        </a:graphic>
      </p:graphicFrame>
      <p:sp>
        <p:nvSpPr>
          <p:cNvPr id="200" name="logical operators return False,True…"/>
          <p:cNvSpPr txBox="1"/>
          <p:nvPr/>
        </p:nvSpPr>
        <p:spPr>
          <a:xfrm>
            <a:off x="1524789" y="5639743"/>
            <a:ext cx="8554641" cy="9809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algn="ctr" defTabSz="410751" hangingPunct="0"/>
            <a:r>
              <a:rPr sz="2953" kern="0">
                <a:solidFill>
                  <a:srgbClr val="000000"/>
                </a:solidFill>
                <a:latin typeface="Gill Sans"/>
                <a:sym typeface="Gill Sans"/>
              </a:rPr>
              <a:t>logical operators return False,True</a:t>
            </a:r>
          </a:p>
          <a:p>
            <a:pPr algn="ctr" defTabSz="410751" hangingPunct="0"/>
            <a:r>
              <a:rPr sz="2953" kern="0">
                <a:solidFill>
                  <a:srgbClr val="000000"/>
                </a:solidFill>
                <a:latin typeface="Gill Sans"/>
                <a:sym typeface="Gill Sans"/>
              </a:rPr>
              <a:t>make sure </a:t>
            </a:r>
            <a:r>
              <a:rPr sz="2953" kern="0">
                <a:solidFill>
                  <a:srgbClr val="000000"/>
                </a:solidFill>
                <a:latin typeface="Courier"/>
                <a:ea typeface="Courier"/>
                <a:cs typeface="Courier"/>
                <a:sym typeface="Courier"/>
              </a:rPr>
              <a:t>and/or</a:t>
            </a:r>
            <a:r>
              <a:rPr sz="2953" kern="0">
                <a:solidFill>
                  <a:srgbClr val="000000"/>
                </a:solidFill>
                <a:latin typeface="Gill Sans"/>
                <a:sym typeface="Gill Sans"/>
              </a:rPr>
              <a:t> applied to Booleans !</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Short Cut Operators"/>
          <p:cNvSpPr txBox="1">
            <a:spLocks noGrp="1"/>
          </p:cNvSpPr>
          <p:nvPr>
            <p:ph type="title"/>
          </p:nvPr>
        </p:nvSpPr>
        <p:spPr>
          <a:prstGeom prst="rect">
            <a:avLst/>
          </a:prstGeom>
        </p:spPr>
        <p:txBody>
          <a:bodyPr/>
          <a:lstStyle/>
          <a:p>
            <a:r>
              <a:t>Short Cut Operators</a:t>
            </a:r>
          </a:p>
        </p:txBody>
      </p:sp>
      <p:sp>
        <p:nvSpPr>
          <p:cNvPr id="205" name="A shortcut style, arises from the fact that n=n+10; is a very common form.…"/>
          <p:cNvSpPr txBox="1">
            <a:spLocks noGrp="1"/>
          </p:cNvSpPr>
          <p:nvPr>
            <p:ph type="body" idx="1"/>
          </p:nvPr>
        </p:nvSpPr>
        <p:spPr>
          <a:xfrm>
            <a:off x="276225" y="2060972"/>
            <a:ext cx="6296025" cy="4018359"/>
          </a:xfrm>
          <a:prstGeom prst="rect">
            <a:avLst/>
          </a:prstGeom>
        </p:spPr>
        <p:txBody>
          <a:bodyPr/>
          <a:lstStyle/>
          <a:p>
            <a:r>
              <a:rPr dirty="0"/>
              <a:t>A shortcut style, arises from the fact that </a:t>
            </a:r>
            <a:r>
              <a:rPr dirty="0">
                <a:latin typeface="Courier"/>
                <a:ea typeface="Courier"/>
                <a:cs typeface="Courier"/>
                <a:sym typeface="Courier"/>
              </a:rPr>
              <a:t>n=n+10;</a:t>
            </a:r>
            <a:r>
              <a:rPr dirty="0"/>
              <a:t> is a very common form.</a:t>
            </a:r>
          </a:p>
          <a:p>
            <a:r>
              <a:rPr dirty="0"/>
              <a:t>The shortcut is </a:t>
            </a:r>
            <a:r>
              <a:rPr dirty="0">
                <a:latin typeface="Courier"/>
                <a:ea typeface="Courier"/>
                <a:cs typeface="Courier"/>
                <a:sym typeface="Courier"/>
              </a:rPr>
              <a:t>n+=10;</a:t>
            </a:r>
            <a:r>
              <a:rPr dirty="0"/>
              <a:t> </a:t>
            </a:r>
          </a:p>
          <a:p>
            <a:r>
              <a:rPr dirty="0"/>
              <a:t>Most of the common mathematical operators can have the same shortcut: </a:t>
            </a:r>
            <a:br>
              <a:rPr dirty="0"/>
            </a:br>
            <a:r>
              <a:rPr dirty="0">
                <a:latin typeface="Courier"/>
                <a:ea typeface="Courier"/>
                <a:cs typeface="Courier"/>
                <a:sym typeface="Courier"/>
              </a:rPr>
              <a:t>+=, -=, *=, /=, //=, %=</a:t>
            </a:r>
            <a:r>
              <a:rPr dirty="0"/>
              <a:t> </a:t>
            </a:r>
          </a:p>
        </p:txBody>
      </p:sp>
      <p:pic>
        <p:nvPicPr>
          <p:cNvPr id="2050" name="Picture 2" descr="python Memes &amp; GIFs - Imgflip">
            <a:extLst>
              <a:ext uri="{FF2B5EF4-FFF2-40B4-BE49-F238E27FC236}">
                <a16:creationId xmlns:a16="http://schemas.microsoft.com/office/drawing/2014/main" id="{CE3C9ACF-D6EA-0948-C083-C1C7923774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7840" y="2667000"/>
            <a:ext cx="4053535" cy="35433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220E86C-6B31-E4EE-91DB-4BAB0D0871A6}"/>
              </a:ext>
            </a:extLst>
          </p:cNvPr>
          <p:cNvSpPr txBox="1"/>
          <p:nvPr/>
        </p:nvSpPr>
        <p:spPr>
          <a:xfrm>
            <a:off x="7868374" y="2060972"/>
            <a:ext cx="2212465"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GB" sz="2400" dirty="0">
                <a:solidFill>
                  <a:srgbClr val="FF0000"/>
                </a:solidFill>
                <a:sym typeface="Gill Sans"/>
              </a:rPr>
              <a:t>This is a C++ joke</a:t>
            </a:r>
            <a:endParaRPr kumimoji="0" lang="en-IN" sz="2000" b="0" i="0" u="none" strike="noStrike" cap="none" spc="0" normalizeH="0" baseline="0" dirty="0">
              <a:ln>
                <a:noFill/>
              </a:ln>
              <a:solidFill>
                <a:srgbClr val="FF0000"/>
              </a:solidFill>
              <a:effectLst/>
              <a:uFillTx/>
              <a:latin typeface="+mn-lt"/>
              <a:ea typeface="+mn-ea"/>
              <a:cs typeface="+mn-cs"/>
              <a:sym typeface="Gill Sans"/>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But conversion?"/>
          <p:cNvSpPr txBox="1">
            <a:spLocks noGrp="1"/>
          </p:cNvSpPr>
          <p:nvPr>
            <p:ph type="title"/>
          </p:nvPr>
        </p:nvSpPr>
        <p:spPr>
          <a:prstGeom prst="rect">
            <a:avLst/>
          </a:prstGeom>
        </p:spPr>
        <p:txBody>
          <a:bodyPr/>
          <a:lstStyle/>
          <a:p>
            <a:r>
              <a:t>But conversion?</a:t>
            </a:r>
          </a:p>
        </p:txBody>
      </p:sp>
      <p:sp>
        <p:nvSpPr>
          <p:cNvPr id="210" name="Python works out the variable type from how it's used.…"/>
          <p:cNvSpPr txBox="1">
            <a:spLocks noGrp="1"/>
          </p:cNvSpPr>
          <p:nvPr>
            <p:ph type="body" idx="1"/>
          </p:nvPr>
        </p:nvSpPr>
        <p:spPr>
          <a:xfrm>
            <a:off x="2416968" y="1971675"/>
            <a:ext cx="7358063" cy="3636764"/>
          </a:xfrm>
          <a:prstGeom prst="rect">
            <a:avLst/>
          </a:prstGeom>
        </p:spPr>
        <p:txBody>
          <a:bodyPr/>
          <a:lstStyle/>
          <a:p>
            <a:r>
              <a:rPr dirty="0"/>
              <a:t>Python works out the variable type from how it's used.</a:t>
            </a:r>
          </a:p>
          <a:p>
            <a:r>
              <a:rPr dirty="0"/>
              <a:t>What if you </a:t>
            </a:r>
            <a:r>
              <a:rPr i="1" dirty="0"/>
              <a:t>want</a:t>
            </a:r>
            <a:r>
              <a:rPr dirty="0"/>
              <a:t> another type. Need inbuilt conversion functions.</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But conversion?"/>
          <p:cNvSpPr txBox="1">
            <a:spLocks noGrp="1"/>
          </p:cNvSpPr>
          <p:nvPr>
            <p:ph type="title"/>
          </p:nvPr>
        </p:nvSpPr>
        <p:spPr>
          <a:prstGeom prst="rect">
            <a:avLst/>
          </a:prstGeom>
        </p:spPr>
        <p:txBody>
          <a:bodyPr/>
          <a:lstStyle/>
          <a:p>
            <a:r>
              <a:t>But conversion?</a:t>
            </a:r>
          </a:p>
        </p:txBody>
      </p:sp>
      <p:sp>
        <p:nvSpPr>
          <p:cNvPr id="213" name="int(&quot;15&quot;) is 15…"/>
          <p:cNvSpPr txBox="1">
            <a:spLocks noGrp="1"/>
          </p:cNvSpPr>
          <p:nvPr>
            <p:ph type="body" idx="1"/>
          </p:nvPr>
        </p:nvSpPr>
        <p:spPr>
          <a:xfrm>
            <a:off x="2416969" y="1946672"/>
            <a:ext cx="7358063" cy="4652367"/>
          </a:xfrm>
          <a:prstGeom prst="rect">
            <a:avLst/>
          </a:prstGeom>
        </p:spPr>
        <p:txBody>
          <a:bodyPr/>
          <a:lstStyle/>
          <a:p>
            <a:r>
              <a:rPr>
                <a:latin typeface="Courier"/>
                <a:ea typeface="Courier"/>
                <a:cs typeface="Courier"/>
                <a:sym typeface="Courier"/>
              </a:rPr>
              <a:t>int("15") </a:t>
            </a:r>
            <a:r>
              <a:t>is 15</a:t>
            </a:r>
          </a:p>
          <a:p>
            <a:r>
              <a:rPr>
                <a:latin typeface="Courier"/>
                <a:ea typeface="Courier"/>
                <a:cs typeface="Courier"/>
                <a:sym typeface="Courier"/>
              </a:rPr>
              <a:t>int("15.7") </a:t>
            </a:r>
            <a:r>
              <a:t>is 15</a:t>
            </a:r>
          </a:p>
          <a:p>
            <a:r>
              <a:rPr>
                <a:latin typeface="Courier"/>
                <a:ea typeface="Courier"/>
                <a:cs typeface="Courier"/>
                <a:sym typeface="Courier"/>
              </a:rPr>
              <a:t>int("3f",16)</a:t>
            </a:r>
            <a:r>
              <a:t>is 63 (translate from hex)</a:t>
            </a:r>
          </a:p>
          <a:p>
            <a:r>
              <a:rPr>
                <a:latin typeface="Courier"/>
                <a:ea typeface="Courier"/>
                <a:cs typeface="Courier"/>
                <a:sym typeface="Courier"/>
              </a:rPr>
              <a:t>float("-11.28E1") </a:t>
            </a:r>
            <a:r>
              <a:t>is -112.8</a:t>
            </a:r>
          </a:p>
          <a:p>
            <a:r>
              <a:rPr>
                <a:latin typeface="Courier"/>
                <a:ea typeface="Courier"/>
                <a:cs typeface="Courier"/>
                <a:sym typeface="Courier"/>
              </a:rPr>
              <a:t>round("15.11",0) </a:t>
            </a:r>
            <a:r>
              <a:t>is 15</a:t>
            </a:r>
          </a:p>
          <a:p>
            <a:r>
              <a:rPr>
                <a:latin typeface="Courier"/>
                <a:ea typeface="Courier"/>
                <a:cs typeface="Courier"/>
                <a:sym typeface="Courier"/>
              </a:rPr>
              <a:t>round("15.11",1) </a:t>
            </a:r>
            <a:r>
              <a:t>is 15.1</a:t>
            </a:r>
          </a:p>
          <a:p>
            <a:r>
              <a:rPr>
                <a:latin typeface="Courier"/>
                <a:ea typeface="Courier"/>
                <a:cs typeface="Courier"/>
                <a:sym typeface="Courier"/>
              </a:rPr>
              <a:t>bool(x) </a:t>
            </a:r>
            <a:r>
              <a:t>is True if </a:t>
            </a:r>
            <a:r>
              <a:rPr>
                <a:latin typeface="Courier"/>
                <a:ea typeface="Courier"/>
                <a:cs typeface="Courier"/>
                <a:sym typeface="Courier"/>
              </a:rPr>
              <a:t>x</a:t>
            </a:r>
            <a:r>
              <a:t> 'exists'</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useful conversions"/>
          <p:cNvSpPr txBox="1">
            <a:spLocks noGrp="1"/>
          </p:cNvSpPr>
          <p:nvPr>
            <p:ph type="title"/>
          </p:nvPr>
        </p:nvSpPr>
        <p:spPr>
          <a:prstGeom prst="rect">
            <a:avLst/>
          </a:prstGeom>
        </p:spPr>
        <p:txBody>
          <a:bodyPr/>
          <a:lstStyle/>
          <a:p>
            <a:r>
              <a:t>useful conversions</a:t>
            </a:r>
          </a:p>
        </p:txBody>
      </p:sp>
      <p:sp>
        <p:nvSpPr>
          <p:cNvPr id="218" name="oh and str(15.11) is   '15.11'…"/>
          <p:cNvSpPr txBox="1">
            <a:spLocks noGrp="1"/>
          </p:cNvSpPr>
          <p:nvPr>
            <p:ph type="body" idx="1"/>
          </p:nvPr>
        </p:nvSpPr>
        <p:spPr>
          <a:prstGeom prst="rect">
            <a:avLst/>
          </a:prstGeom>
        </p:spPr>
        <p:txBody>
          <a:bodyPr/>
          <a:lstStyle/>
          <a:p>
            <a:r>
              <a:t>oh and </a:t>
            </a:r>
            <a:r>
              <a:rPr>
                <a:latin typeface="Courier"/>
                <a:ea typeface="Courier"/>
                <a:cs typeface="Courier"/>
                <a:sym typeface="Courier"/>
              </a:rPr>
              <a:t>str(15.11) </a:t>
            </a:r>
            <a:r>
              <a:t>is   '</a:t>
            </a:r>
            <a:r>
              <a:rPr>
                <a:latin typeface="Courier"/>
                <a:ea typeface="Courier"/>
                <a:cs typeface="Courier"/>
                <a:sym typeface="Courier"/>
              </a:rPr>
              <a:t>15.11'</a:t>
            </a:r>
          </a:p>
          <a:p>
            <a:r>
              <a:t>and if </a:t>
            </a:r>
            <a:r>
              <a:rPr>
                <a:latin typeface="Courier"/>
                <a:ea typeface="Courier"/>
                <a:cs typeface="Courier"/>
                <a:sym typeface="Courier"/>
              </a:rPr>
              <a:t>z=3+2j, </a:t>
            </a:r>
            <a:r>
              <a:t>then</a:t>
            </a:r>
            <a:r>
              <a:rPr>
                <a:latin typeface="Courier"/>
                <a:ea typeface="Courier"/>
                <a:cs typeface="Courier"/>
                <a:sym typeface="Courier"/>
              </a:rPr>
              <a:t> z.real </a:t>
            </a:r>
            <a:r>
              <a:t>is 3 and </a:t>
            </a:r>
            <a:r>
              <a:rPr>
                <a:latin typeface="Courier"/>
                <a:ea typeface="Courier"/>
                <a:cs typeface="Courier"/>
                <a:sym typeface="Courier"/>
              </a:rPr>
              <a:t>z.imag </a:t>
            </a:r>
            <a:r>
              <a:t>is 2</a:t>
            </a:r>
          </a:p>
          <a:p>
            <a:endParaRPr/>
          </a:p>
          <a:p>
            <a:r>
              <a:t>… there are more advanced operators, short cut operators, and functions provided in libraries (like </a:t>
            </a:r>
            <a:r>
              <a:rPr>
                <a:latin typeface="Courier"/>
                <a:ea typeface="Courier"/>
                <a:cs typeface="Courier"/>
                <a:sym typeface="Courier"/>
              </a:rPr>
              <a:t>id()</a:t>
            </a:r>
            <a:r>
              <a:t>)</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Input/Output"/>
          <p:cNvSpPr txBox="1">
            <a:spLocks noGrp="1"/>
          </p:cNvSpPr>
          <p:nvPr>
            <p:ph type="ctrTitle"/>
          </p:nvPr>
        </p:nvSpPr>
        <p:spPr>
          <a:xfrm>
            <a:off x="438150" y="1511811"/>
            <a:ext cx="5076825" cy="2321719"/>
          </a:xfrm>
          <a:prstGeom prst="rect">
            <a:avLst/>
          </a:prstGeom>
        </p:spPr>
        <p:txBody>
          <a:bodyPr/>
          <a:lstStyle/>
          <a:p>
            <a:r>
              <a:rPr dirty="0"/>
              <a:t>Input/Output</a:t>
            </a:r>
          </a:p>
        </p:txBody>
      </p:sp>
      <p:sp>
        <p:nvSpPr>
          <p:cNvPr id="221" name="(print and input library functions + formatting)"/>
          <p:cNvSpPr txBox="1">
            <a:spLocks noGrp="1"/>
          </p:cNvSpPr>
          <p:nvPr>
            <p:ph type="subTitle" sz="quarter" idx="1"/>
          </p:nvPr>
        </p:nvSpPr>
        <p:spPr>
          <a:xfrm>
            <a:off x="438150" y="3896037"/>
            <a:ext cx="4905375" cy="794742"/>
          </a:xfrm>
          <a:prstGeom prst="rect">
            <a:avLst/>
          </a:prstGeom>
        </p:spPr>
        <p:txBody>
          <a:bodyPr/>
          <a:lstStyle/>
          <a:p>
            <a:r>
              <a:rPr dirty="0"/>
              <a:t>(print and input library functions + formatting)</a:t>
            </a:r>
          </a:p>
        </p:txBody>
      </p:sp>
      <p:pic>
        <p:nvPicPr>
          <p:cNvPr id="8" name="Picture 7">
            <a:extLst>
              <a:ext uri="{FF2B5EF4-FFF2-40B4-BE49-F238E27FC236}">
                <a16:creationId xmlns:a16="http://schemas.microsoft.com/office/drawing/2014/main" id="{7C06854B-9A70-9BBA-59B8-862E11188666}"/>
              </a:ext>
            </a:extLst>
          </p:cNvPr>
          <p:cNvPicPr>
            <a:picLocks noChangeAspect="1"/>
          </p:cNvPicPr>
          <p:nvPr/>
        </p:nvPicPr>
        <p:blipFill>
          <a:blip r:embed="rId2"/>
          <a:stretch>
            <a:fillRect/>
          </a:stretch>
        </p:blipFill>
        <p:spPr>
          <a:xfrm>
            <a:off x="5666945" y="1626111"/>
            <a:ext cx="6154009" cy="4048690"/>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Input / Output"/>
          <p:cNvSpPr txBox="1">
            <a:spLocks noGrp="1"/>
          </p:cNvSpPr>
          <p:nvPr>
            <p:ph type="title"/>
          </p:nvPr>
        </p:nvSpPr>
        <p:spPr>
          <a:prstGeom prst="rect">
            <a:avLst/>
          </a:prstGeom>
        </p:spPr>
        <p:txBody>
          <a:bodyPr/>
          <a:lstStyle/>
          <a:p>
            <a:r>
              <a:t>Input / Output</a:t>
            </a:r>
          </a:p>
        </p:txBody>
      </p:sp>
      <p:sp>
        <p:nvSpPr>
          <p:cNvPr id="224" name="One of the messiest bits of many programming languages…"/>
          <p:cNvSpPr txBox="1">
            <a:spLocks noGrp="1"/>
          </p:cNvSpPr>
          <p:nvPr>
            <p:ph type="body" idx="1"/>
          </p:nvPr>
        </p:nvSpPr>
        <p:spPr>
          <a:prstGeom prst="rect">
            <a:avLst/>
          </a:prstGeom>
        </p:spPr>
        <p:txBody>
          <a:bodyPr/>
          <a:lstStyle/>
          <a:p>
            <a:r>
              <a:t>One of the messiest bits of many programming languages</a:t>
            </a:r>
          </a:p>
          <a:p>
            <a:r>
              <a:t>input and output date from a time when dot matrix line printers were cool</a:t>
            </a:r>
          </a:p>
          <a:p>
            <a:r>
              <a:t>and output often needs to constrain numbers into neat columns for printing.</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Input / Output"/>
          <p:cNvSpPr txBox="1">
            <a:spLocks noGrp="1"/>
          </p:cNvSpPr>
          <p:nvPr>
            <p:ph type="title"/>
          </p:nvPr>
        </p:nvSpPr>
        <p:spPr>
          <a:prstGeom prst="rect">
            <a:avLst/>
          </a:prstGeom>
        </p:spPr>
        <p:txBody>
          <a:bodyPr/>
          <a:lstStyle/>
          <a:p>
            <a:r>
              <a:t>Input / Output</a:t>
            </a:r>
          </a:p>
        </p:txBody>
      </p:sp>
      <p:sp>
        <p:nvSpPr>
          <p:cNvPr id="227" name="print(“hello world”)…"/>
          <p:cNvSpPr txBox="1">
            <a:spLocks noGrp="1"/>
          </p:cNvSpPr>
          <p:nvPr>
            <p:ph type="body" idx="1"/>
          </p:nvPr>
        </p:nvSpPr>
        <p:spPr>
          <a:prstGeom prst="rect">
            <a:avLst/>
          </a:prstGeom>
        </p:spPr>
        <p:txBody>
          <a:bodyPr/>
          <a:lstStyle/>
          <a:p>
            <a:r>
              <a:rPr dirty="0">
                <a:latin typeface="Courier"/>
                <a:ea typeface="Courier"/>
                <a:cs typeface="Courier"/>
                <a:sym typeface="Courier"/>
              </a:rPr>
              <a:t>print(“hello world”)</a:t>
            </a:r>
          </a:p>
          <a:p>
            <a:r>
              <a:rPr dirty="0">
                <a:latin typeface="Courier"/>
                <a:ea typeface="Courier"/>
                <a:cs typeface="Courier"/>
                <a:sym typeface="Courier"/>
              </a:rPr>
              <a:t>age=7</a:t>
            </a:r>
            <a:br>
              <a:rPr dirty="0">
                <a:latin typeface="Courier"/>
                <a:ea typeface="Courier"/>
                <a:cs typeface="Courier"/>
                <a:sym typeface="Courier"/>
              </a:rPr>
            </a:br>
            <a:r>
              <a:rPr dirty="0">
                <a:latin typeface="Courier"/>
                <a:ea typeface="Courier"/>
                <a:cs typeface="Courier"/>
                <a:sym typeface="Courier"/>
              </a:rPr>
              <a:t>print('age='+str(age))</a:t>
            </a:r>
            <a:br>
              <a:rPr dirty="0">
                <a:latin typeface="Courier"/>
                <a:ea typeface="Courier"/>
                <a:cs typeface="Courier"/>
                <a:sym typeface="Courier"/>
              </a:rPr>
            </a:br>
            <a:br>
              <a:rPr dirty="0">
                <a:latin typeface="Courier"/>
                <a:ea typeface="Courier"/>
                <a:cs typeface="Courier"/>
                <a:sym typeface="Courier"/>
              </a:rPr>
            </a:br>
            <a:r>
              <a:rPr dirty="0"/>
              <a:t>using string concatenation will </a:t>
            </a:r>
            <a:r>
              <a:rPr lang="en-IN" dirty="0"/>
              <a:t>work but</a:t>
            </a:r>
            <a:r>
              <a:rPr dirty="0"/>
              <a:t> isn't very powerful. </a:t>
            </a:r>
          </a:p>
        </p:txBody>
      </p:sp>
      <p:sp>
        <p:nvSpPr>
          <p:cNvPr id="2" name="TextBox 1">
            <a:extLst>
              <a:ext uri="{FF2B5EF4-FFF2-40B4-BE49-F238E27FC236}">
                <a16:creationId xmlns:a16="http://schemas.microsoft.com/office/drawing/2014/main" id="{B40F1509-D6E6-05A0-2CA0-F9164B0179C7}"/>
              </a:ext>
            </a:extLst>
          </p:cNvPr>
          <p:cNvSpPr txBox="1"/>
          <p:nvPr/>
        </p:nvSpPr>
        <p:spPr>
          <a:xfrm>
            <a:off x="4969445" y="6207482"/>
            <a:ext cx="7068666"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Gill Sans"/>
              </a:rPr>
              <a:t>Reminder: The operation of joining two strings together</a:t>
            </a:r>
          </a:p>
        </p:txBody>
      </p:sp>
      <p:cxnSp>
        <p:nvCxnSpPr>
          <p:cNvPr id="4" name="Straight Arrow Connector 3">
            <a:extLst>
              <a:ext uri="{FF2B5EF4-FFF2-40B4-BE49-F238E27FC236}">
                <a16:creationId xmlns:a16="http://schemas.microsoft.com/office/drawing/2014/main" id="{200ED397-F01E-9B9E-6E07-65B2EC11DE29}"/>
              </a:ext>
            </a:extLst>
          </p:cNvPr>
          <p:cNvCxnSpPr>
            <a:cxnSpLocks/>
          </p:cNvCxnSpPr>
          <p:nvPr/>
        </p:nvCxnSpPr>
        <p:spPr>
          <a:xfrm>
            <a:off x="4815557" y="4991725"/>
            <a:ext cx="580902" cy="1026884"/>
          </a:xfrm>
          <a:prstGeom prst="straightConnector1">
            <a:avLst/>
          </a:prstGeom>
          <a:noFill/>
          <a:ln w="38100" cap="flat">
            <a:solidFill>
              <a:srgbClr val="000000"/>
            </a:solidFill>
            <a:prstDash val="solid"/>
            <a:miter lim="400000"/>
            <a:headEnd type="stealth" w="lg" len="lg"/>
            <a:tailEnd type="none"/>
          </a:ln>
          <a:effectLst/>
          <a:sp3d/>
        </p:spPr>
        <p:style>
          <a:lnRef idx="0">
            <a:scrgbClr r="0" g="0" b="0"/>
          </a:lnRef>
          <a:fillRef idx="0">
            <a:scrgbClr r="0" g="0" b="0"/>
          </a:fillRef>
          <a:effectRef idx="0">
            <a:scrgbClr r="0" g="0" b="0"/>
          </a:effectRef>
          <a:fontRef idx="none"/>
        </p:style>
      </p:cxn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Output"/>
          <p:cNvSpPr txBox="1">
            <a:spLocks noGrp="1"/>
          </p:cNvSpPr>
          <p:nvPr>
            <p:ph type="title"/>
          </p:nvPr>
        </p:nvSpPr>
        <p:spPr>
          <a:prstGeom prst="rect">
            <a:avLst/>
          </a:prstGeom>
        </p:spPr>
        <p:txBody>
          <a:bodyPr/>
          <a:lstStyle/>
          <a:p>
            <a:r>
              <a:t>Output</a:t>
            </a:r>
          </a:p>
        </p:txBody>
      </p:sp>
      <p:sp>
        <p:nvSpPr>
          <p:cNvPr id="230" name="print(“My Text {} {} {}”.format(var1, var2, var3)   is how we go about doing it more usefully, with, in this case, three variables.…"/>
          <p:cNvSpPr txBox="1">
            <a:spLocks noGrp="1"/>
          </p:cNvSpPr>
          <p:nvPr>
            <p:ph type="body" idx="1"/>
          </p:nvPr>
        </p:nvSpPr>
        <p:spPr>
          <a:prstGeom prst="rect">
            <a:avLst/>
          </a:prstGeom>
        </p:spPr>
        <p:txBody>
          <a:bodyPr/>
          <a:lstStyle/>
          <a:p>
            <a:r>
              <a:rPr>
                <a:latin typeface="Courier"/>
                <a:ea typeface="Courier"/>
                <a:cs typeface="Courier"/>
                <a:sym typeface="Courier"/>
              </a:rPr>
              <a:t>print(“My Text {} {} {}”.format(var1, var2, var3) </a:t>
            </a:r>
            <a:br>
              <a:rPr>
                <a:latin typeface="Courier"/>
                <a:ea typeface="Courier"/>
                <a:cs typeface="Courier"/>
                <a:sym typeface="Courier"/>
              </a:rPr>
            </a:br>
            <a:br>
              <a:rPr>
                <a:latin typeface="Courier"/>
                <a:ea typeface="Courier"/>
                <a:cs typeface="Courier"/>
                <a:sym typeface="Courier"/>
              </a:rPr>
            </a:br>
            <a:r>
              <a:t>is how we go about doing it more usefully, with, in this case, three variables.</a:t>
            </a:r>
          </a:p>
          <a:p>
            <a:r>
              <a:t>Python prints the initial My Text, and then substitutes each variable into the specification - the { }.</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Output"/>
          <p:cNvSpPr txBox="1">
            <a:spLocks noGrp="1"/>
          </p:cNvSpPr>
          <p:nvPr>
            <p:ph type="title"/>
          </p:nvPr>
        </p:nvSpPr>
        <p:spPr>
          <a:prstGeom prst="rect">
            <a:avLst/>
          </a:prstGeom>
        </p:spPr>
        <p:txBody>
          <a:bodyPr/>
          <a:lstStyle/>
          <a:p>
            <a:r>
              <a:t>Output</a:t>
            </a:r>
          </a:p>
        </p:txBody>
      </p:sp>
      <p:sp>
        <p:nvSpPr>
          <p:cNvPr id="233" name="The specification {} can be more complicated: {&lt;select&gt;:&lt;format&gt;}…"/>
          <p:cNvSpPr txBox="1">
            <a:spLocks noGrp="1"/>
          </p:cNvSpPr>
          <p:nvPr>
            <p:ph type="body" idx="1"/>
          </p:nvPr>
        </p:nvSpPr>
        <p:spPr>
          <a:prstGeom prst="rect">
            <a:avLst/>
          </a:prstGeom>
        </p:spPr>
        <p:txBody>
          <a:bodyPr/>
          <a:lstStyle/>
          <a:p>
            <a:pPr lvl="1"/>
            <a:r>
              <a:t>The specification </a:t>
            </a:r>
            <a:r>
              <a:rPr>
                <a:latin typeface="Courier"/>
                <a:ea typeface="Courier"/>
                <a:cs typeface="Courier"/>
                <a:sym typeface="Courier"/>
              </a:rPr>
              <a:t>{}</a:t>
            </a:r>
            <a:r>
              <a:t> can be more complicated: </a:t>
            </a:r>
            <a:r>
              <a:rPr>
                <a:latin typeface="Courier"/>
                <a:ea typeface="Courier"/>
                <a:cs typeface="Courier"/>
                <a:sym typeface="Courier"/>
              </a:rPr>
              <a:t>{&lt;select&gt;:&lt;format&gt;}</a:t>
            </a:r>
          </a:p>
          <a:p>
            <a:pPr lvl="1"/>
            <a:r>
              <a:rPr>
                <a:latin typeface="Courier"/>
                <a:ea typeface="Courier"/>
                <a:cs typeface="Courier"/>
                <a:sym typeface="Courier"/>
              </a:rPr>
              <a:t>&lt;select&gt; </a:t>
            </a:r>
            <a:r>
              <a:t>is just the number of the variable in the variable list (counting from zero), so the following are identical</a:t>
            </a:r>
          </a:p>
          <a:p>
            <a:r>
              <a:rPr>
                <a:latin typeface="Courier"/>
                <a:ea typeface="Courier"/>
                <a:cs typeface="Courier"/>
                <a:sym typeface="Courier"/>
              </a:rPr>
              <a:t>print(“{}{}”.format(v1,v2))</a:t>
            </a:r>
          </a:p>
          <a:p>
            <a:r>
              <a:rPr>
                <a:latin typeface="Courier"/>
                <a:ea typeface="Courier"/>
                <a:cs typeface="Courier"/>
                <a:sym typeface="Courier"/>
              </a:rPr>
              <a:t>print(“{0}{1}”.format(v1,v2))</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Output"/>
          <p:cNvSpPr txBox="1">
            <a:spLocks noGrp="1"/>
          </p:cNvSpPr>
          <p:nvPr>
            <p:ph type="title"/>
          </p:nvPr>
        </p:nvSpPr>
        <p:spPr>
          <a:prstGeom prst="rect">
            <a:avLst/>
          </a:prstGeom>
        </p:spPr>
        <p:txBody>
          <a:bodyPr/>
          <a:lstStyle/>
          <a:p>
            <a:r>
              <a:t>Output</a:t>
            </a:r>
          </a:p>
        </p:txBody>
      </p:sp>
      <p:sp>
        <p:nvSpPr>
          <p:cNvPr id="236" name="&lt;format&gt; is much worse !…"/>
          <p:cNvSpPr txBox="1">
            <a:spLocks noGrp="1"/>
          </p:cNvSpPr>
          <p:nvPr>
            <p:ph type="body" idx="1"/>
          </p:nvPr>
        </p:nvSpPr>
        <p:spPr>
          <a:xfrm>
            <a:off x="2416969" y="1946672"/>
            <a:ext cx="7358063" cy="4723045"/>
          </a:xfrm>
          <a:prstGeom prst="rect">
            <a:avLst/>
          </a:prstGeom>
        </p:spPr>
        <p:txBody>
          <a:bodyPr anchor="t"/>
          <a:lstStyle/>
          <a:p>
            <a:pPr lvl="1"/>
            <a:r>
              <a:rPr>
                <a:latin typeface="Courier"/>
                <a:ea typeface="Courier"/>
                <a:cs typeface="Courier"/>
                <a:sym typeface="Courier"/>
              </a:rPr>
              <a:t>&lt;format&gt;</a:t>
            </a:r>
            <a:r>
              <a:t> is much worse !</a:t>
            </a:r>
          </a:p>
          <a:p>
            <a:pPr lvl="1"/>
            <a:r>
              <a:t>&lt;fill&gt;&lt;align&gt;&lt;sign&gt;&lt;#&gt;&lt;0&gt;&lt;width&gt;&lt;grouping&gt;&lt;.precision&gt;&lt;type&gt;</a:t>
            </a:r>
          </a:p>
        </p:txBody>
      </p:sp>
      <p:pic>
        <p:nvPicPr>
          <p:cNvPr id="237" name="Screenshot 2019-09-29 at 20.34.45.png" descr="Capture of information on Python output formatting from docs.python.org"/>
          <p:cNvPicPr>
            <a:picLocks noChangeAspect="1"/>
          </p:cNvPicPr>
          <p:nvPr/>
        </p:nvPicPr>
        <p:blipFill>
          <a:blip r:embed="rId2"/>
          <a:srcRect l="221" t="15571" r="221"/>
          <a:stretch>
            <a:fillRect/>
          </a:stretch>
        </p:blipFill>
        <p:spPr>
          <a:xfrm>
            <a:off x="387626" y="3891979"/>
            <a:ext cx="11690684" cy="2002484"/>
          </a:xfrm>
          <a:prstGeom prst="rect">
            <a:avLst/>
          </a:prstGeom>
          <a:ln w="12700">
            <a:miter lim="400000"/>
          </a:ln>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Clearer with Examples"/>
          <p:cNvSpPr txBox="1">
            <a:spLocks noGrp="1"/>
          </p:cNvSpPr>
          <p:nvPr>
            <p:ph type="title"/>
          </p:nvPr>
        </p:nvSpPr>
        <p:spPr>
          <a:xfrm>
            <a:off x="1190625" y="0"/>
            <a:ext cx="9810750" cy="1714500"/>
          </a:xfrm>
          <a:prstGeom prst="rect">
            <a:avLst/>
          </a:prstGeom>
        </p:spPr>
        <p:txBody>
          <a:bodyPr/>
          <a:lstStyle/>
          <a:p>
            <a:r>
              <a:rPr dirty="0"/>
              <a:t>Clearer with Examples</a:t>
            </a:r>
          </a:p>
        </p:txBody>
      </p:sp>
      <p:pic>
        <p:nvPicPr>
          <p:cNvPr id="240" name="Screenshot 2019-09-29 at 20.43.32.png" descr="Capture of information on Python output formatting from docs.python.org"/>
          <p:cNvPicPr>
            <a:picLocks noChangeAspect="1"/>
          </p:cNvPicPr>
          <p:nvPr/>
        </p:nvPicPr>
        <p:blipFill>
          <a:blip r:embed="rId3"/>
          <a:stretch>
            <a:fillRect/>
          </a:stretch>
        </p:blipFill>
        <p:spPr>
          <a:xfrm>
            <a:off x="653468" y="2037133"/>
            <a:ext cx="10885064" cy="3583835"/>
          </a:xfrm>
          <a:prstGeom prst="rect">
            <a:avLst/>
          </a:prstGeom>
          <a:ln w="12700">
            <a:miter lim="400000"/>
          </a:ln>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Clearer with Examples"/>
          <p:cNvSpPr txBox="1">
            <a:spLocks noGrp="1"/>
          </p:cNvSpPr>
          <p:nvPr>
            <p:ph type="title"/>
          </p:nvPr>
        </p:nvSpPr>
        <p:spPr>
          <a:xfrm>
            <a:off x="1190625" y="0"/>
            <a:ext cx="9810750" cy="1714500"/>
          </a:xfrm>
          <a:prstGeom prst="rect">
            <a:avLst/>
          </a:prstGeom>
        </p:spPr>
        <p:txBody>
          <a:bodyPr/>
          <a:lstStyle/>
          <a:p>
            <a:r>
              <a:rPr dirty="0"/>
              <a:t>Clearer with Examples</a:t>
            </a:r>
          </a:p>
        </p:txBody>
      </p:sp>
      <p:pic>
        <p:nvPicPr>
          <p:cNvPr id="245" name="Screenshot 2019-09-29 at 20.44.06.png" descr="Capture of information on Python output formatting from docs.python.org"/>
          <p:cNvPicPr>
            <a:picLocks noChangeAspect="1"/>
          </p:cNvPicPr>
          <p:nvPr/>
        </p:nvPicPr>
        <p:blipFill>
          <a:blip r:embed="rId3"/>
          <a:stretch>
            <a:fillRect/>
          </a:stretch>
        </p:blipFill>
        <p:spPr>
          <a:xfrm>
            <a:off x="1559894" y="2280325"/>
            <a:ext cx="9072212" cy="3225677"/>
          </a:xfrm>
          <a:prstGeom prst="rect">
            <a:avLst/>
          </a:prstGeom>
          <a:ln w="12700">
            <a:miter lim="400000"/>
          </a:ln>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Clearer with Examples"/>
          <p:cNvSpPr txBox="1">
            <a:spLocks noGrp="1"/>
          </p:cNvSpPr>
          <p:nvPr>
            <p:ph type="title"/>
          </p:nvPr>
        </p:nvSpPr>
        <p:spPr>
          <a:prstGeom prst="rect">
            <a:avLst/>
          </a:prstGeom>
        </p:spPr>
        <p:txBody>
          <a:bodyPr/>
          <a:lstStyle/>
          <a:p>
            <a:r>
              <a:t>Clearer with Examples</a:t>
            </a:r>
          </a:p>
        </p:txBody>
      </p:sp>
      <p:pic>
        <p:nvPicPr>
          <p:cNvPr id="250" name="Screenshot 2019-09-29 at 20.47.48.png" descr="Sample code formatted in classic Python colour scheme - an example of formatting program output"/>
          <p:cNvPicPr>
            <a:picLocks noChangeAspect="1"/>
          </p:cNvPicPr>
          <p:nvPr/>
        </p:nvPicPr>
        <p:blipFill>
          <a:blip r:embed="rId3"/>
          <a:stretch>
            <a:fillRect/>
          </a:stretch>
        </p:blipFill>
        <p:spPr>
          <a:xfrm>
            <a:off x="1461493" y="2081873"/>
            <a:ext cx="9269016" cy="3206380"/>
          </a:xfrm>
          <a:prstGeom prst="rect">
            <a:avLst/>
          </a:prstGeom>
          <a:ln w="12700">
            <a:miter lim="400000"/>
          </a:ln>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Finally on print"/>
          <p:cNvSpPr txBox="1">
            <a:spLocks noGrp="1"/>
          </p:cNvSpPr>
          <p:nvPr>
            <p:ph type="title"/>
          </p:nvPr>
        </p:nvSpPr>
        <p:spPr>
          <a:xfrm>
            <a:off x="2057400" y="178594"/>
            <a:ext cx="7610475" cy="1368028"/>
          </a:xfrm>
          <a:prstGeom prst="rect">
            <a:avLst/>
          </a:prstGeom>
        </p:spPr>
        <p:txBody>
          <a:bodyPr/>
          <a:lstStyle/>
          <a:p>
            <a:r>
              <a:rPr dirty="0"/>
              <a:t>Finally on </a:t>
            </a:r>
            <a:r>
              <a:rPr dirty="0">
                <a:latin typeface="Courier"/>
                <a:ea typeface="Courier"/>
                <a:cs typeface="Courier"/>
                <a:sym typeface="Courier"/>
              </a:rPr>
              <a:t>print</a:t>
            </a:r>
          </a:p>
        </p:txBody>
      </p:sp>
      <p:sp>
        <p:nvSpPr>
          <p:cNvPr id="255" name="print always ends with an invisible newline character '\n'…"/>
          <p:cNvSpPr txBox="1">
            <a:spLocks noGrp="1"/>
          </p:cNvSpPr>
          <p:nvPr>
            <p:ph type="body" idx="1"/>
          </p:nvPr>
        </p:nvSpPr>
        <p:spPr>
          <a:xfrm>
            <a:off x="992905" y="1546622"/>
            <a:ext cx="7358063" cy="4643438"/>
          </a:xfrm>
          <a:prstGeom prst="rect">
            <a:avLst/>
          </a:prstGeom>
        </p:spPr>
        <p:txBody>
          <a:bodyPr/>
          <a:lstStyle/>
          <a:p>
            <a:r>
              <a:rPr dirty="0"/>
              <a:t> </a:t>
            </a:r>
            <a:r>
              <a:rPr dirty="0">
                <a:latin typeface="Courier"/>
                <a:ea typeface="Courier"/>
                <a:cs typeface="Courier"/>
                <a:sym typeface="Courier"/>
              </a:rPr>
              <a:t>print </a:t>
            </a:r>
            <a:r>
              <a:rPr dirty="0"/>
              <a:t>always ends with an invisible newline character </a:t>
            </a:r>
            <a:r>
              <a:rPr dirty="0">
                <a:latin typeface="Courier"/>
                <a:ea typeface="Courier"/>
                <a:cs typeface="Courier"/>
                <a:sym typeface="Courier"/>
              </a:rPr>
              <a:t>'\n'</a:t>
            </a:r>
          </a:p>
          <a:p>
            <a:r>
              <a:rPr dirty="0"/>
              <a:t>you can suppress this by saying</a:t>
            </a:r>
            <a:r>
              <a:rPr dirty="0">
                <a:latin typeface="Courier"/>
                <a:ea typeface="Courier"/>
                <a:cs typeface="Courier"/>
                <a:sym typeface="Courier"/>
              </a:rPr>
              <a:t> print('stuff', end='')</a:t>
            </a:r>
          </a:p>
          <a:p>
            <a:r>
              <a:rPr dirty="0"/>
              <a:t>Other useful invisible characters are </a:t>
            </a:r>
            <a:r>
              <a:rPr dirty="0">
                <a:latin typeface="Courier"/>
                <a:ea typeface="Courier"/>
                <a:cs typeface="Courier"/>
                <a:sym typeface="Courier"/>
              </a:rPr>
              <a:t>\t</a:t>
            </a:r>
            <a:r>
              <a:rPr dirty="0"/>
              <a:t> for a tab, </a:t>
            </a:r>
            <a:r>
              <a:rPr dirty="0">
                <a:latin typeface="Courier"/>
                <a:ea typeface="Courier"/>
                <a:cs typeface="Courier"/>
                <a:sym typeface="Courier"/>
              </a:rPr>
              <a:t>\'</a:t>
            </a:r>
            <a:r>
              <a:rPr dirty="0"/>
              <a:t> and </a:t>
            </a:r>
            <a:r>
              <a:rPr dirty="0">
                <a:latin typeface="Courier"/>
                <a:ea typeface="Courier"/>
                <a:cs typeface="Courier"/>
                <a:sym typeface="Courier"/>
              </a:rPr>
              <a:t>\"</a:t>
            </a:r>
            <a:r>
              <a:rPr dirty="0"/>
              <a:t> for single and double quotes, and </a:t>
            </a:r>
            <a:r>
              <a:rPr dirty="0">
                <a:latin typeface="Courier"/>
                <a:ea typeface="Courier"/>
                <a:cs typeface="Courier"/>
                <a:sym typeface="Courier"/>
              </a:rPr>
              <a:t>\\</a:t>
            </a:r>
            <a:r>
              <a:rPr dirty="0"/>
              <a:t> for a backslash.</a:t>
            </a:r>
          </a:p>
        </p:txBody>
      </p:sp>
      <p:sp>
        <p:nvSpPr>
          <p:cNvPr id="2" name="Rectangle 1">
            <a:extLst>
              <a:ext uri="{FF2B5EF4-FFF2-40B4-BE49-F238E27FC236}">
                <a16:creationId xmlns:a16="http://schemas.microsoft.com/office/drawing/2014/main" id="{E43E4692-D19A-F2FF-F359-AD2B8E9D8321}"/>
              </a:ext>
            </a:extLst>
          </p:cNvPr>
          <p:cNvSpPr/>
          <p:nvPr/>
        </p:nvSpPr>
        <p:spPr>
          <a:xfrm>
            <a:off x="8350967" y="1765546"/>
            <a:ext cx="3656153" cy="4424514"/>
          </a:xfrm>
          <a:prstGeom prst="rect">
            <a:avLst/>
          </a:prstGeom>
          <a:solidFill>
            <a:srgbClr val="00355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3" name="TextBox 2">
            <a:extLst>
              <a:ext uri="{FF2B5EF4-FFF2-40B4-BE49-F238E27FC236}">
                <a16:creationId xmlns:a16="http://schemas.microsoft.com/office/drawing/2014/main" id="{07D48716-D3D2-630F-6408-9B108E1C443E}"/>
              </a:ext>
            </a:extLst>
          </p:cNvPr>
          <p:cNvSpPr txBox="1"/>
          <p:nvPr/>
        </p:nvSpPr>
        <p:spPr>
          <a:xfrm>
            <a:off x="8350966" y="2448407"/>
            <a:ext cx="3656153" cy="31803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chemeClr val="bg1"/>
                </a:solidFill>
                <a:effectLst/>
                <a:uFillTx/>
                <a:latin typeface="+mn-lt"/>
                <a:ea typeface="+mn-ea"/>
                <a:cs typeface="+mn-cs"/>
                <a:sym typeface="Gill Sans"/>
              </a:rPr>
              <a:t>Print is used when you want to display different values or text. </a:t>
            </a:r>
            <a:br>
              <a:rPr kumimoji="0" lang="en-US" sz="2000" b="0" i="0" u="none" strike="noStrike" cap="none" spc="0" normalizeH="0" baseline="0" dirty="0">
                <a:ln>
                  <a:noFill/>
                </a:ln>
                <a:solidFill>
                  <a:schemeClr val="bg1"/>
                </a:solidFill>
                <a:effectLst/>
                <a:uFillTx/>
                <a:latin typeface="+mn-lt"/>
                <a:ea typeface="+mn-ea"/>
                <a:cs typeface="+mn-cs"/>
                <a:sym typeface="Gill Sans"/>
              </a:rPr>
            </a:br>
            <a:endParaRPr kumimoji="0" lang="en-US" sz="2000" b="0" i="0" u="none" strike="noStrike" cap="none" spc="0" normalizeH="0" baseline="0" dirty="0">
              <a:ln>
                <a:noFill/>
              </a:ln>
              <a:solidFill>
                <a:schemeClr val="bg1"/>
              </a:solidFill>
              <a:effectLst/>
              <a:uFillTx/>
              <a:latin typeface="+mn-lt"/>
              <a:ea typeface="+mn-ea"/>
              <a:cs typeface="+mn-cs"/>
              <a:sym typeface="Gill Sans"/>
            </a:endParaRPr>
          </a:p>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chemeClr val="bg1"/>
                </a:solidFill>
                <a:effectLst/>
                <a:uFillTx/>
                <a:latin typeface="+mn-lt"/>
                <a:ea typeface="+mn-ea"/>
                <a:cs typeface="+mn-cs"/>
                <a:sym typeface="Gill Sans"/>
              </a:rPr>
              <a:t>E.g. you may need your code do do several calculations and you can get your code to ’print’ the values of each calculation</a:t>
            </a:r>
          </a:p>
          <a:p>
            <a:pPr marL="0" marR="0" indent="0" algn="ctr" defTabSz="584200" rtl="0" fontAlgn="auto" latinLnBrk="0" hangingPunct="0">
              <a:lnSpc>
                <a:spcPct val="100000"/>
              </a:lnSpc>
              <a:spcBef>
                <a:spcPts val="0"/>
              </a:spcBef>
              <a:spcAft>
                <a:spcPts val="0"/>
              </a:spcAft>
              <a:buClrTx/>
              <a:buSzTx/>
              <a:buFontTx/>
              <a:buNone/>
              <a:tabLst/>
            </a:pPr>
            <a:endParaRPr kumimoji="0" lang="en-US" sz="2000" b="0" i="0" u="none" strike="noStrike" cap="none" spc="0" normalizeH="0" baseline="0" dirty="0">
              <a:ln>
                <a:noFill/>
              </a:ln>
              <a:solidFill>
                <a:schemeClr val="bg1"/>
              </a:solidFill>
              <a:effectLst/>
              <a:uFillTx/>
              <a:latin typeface="+mn-lt"/>
              <a:ea typeface="+mn-ea"/>
              <a:cs typeface="+mn-cs"/>
              <a:sym typeface="Gill Sans"/>
            </a:endParaRPr>
          </a:p>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chemeClr val="bg1"/>
                </a:solidFill>
                <a:effectLst/>
                <a:uFillTx/>
                <a:latin typeface="+mn-lt"/>
                <a:ea typeface="+mn-ea"/>
                <a:cs typeface="+mn-cs"/>
                <a:sym typeface="Gill Sans"/>
              </a:rPr>
              <a:t>You will need this for a lot of the labs</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Input"/>
          <p:cNvSpPr txBox="1">
            <a:spLocks noGrp="1"/>
          </p:cNvSpPr>
          <p:nvPr>
            <p:ph type="title"/>
          </p:nvPr>
        </p:nvSpPr>
        <p:spPr>
          <a:xfrm>
            <a:off x="2416969" y="0"/>
            <a:ext cx="5200650" cy="1678781"/>
          </a:xfrm>
          <a:prstGeom prst="rect">
            <a:avLst/>
          </a:prstGeom>
        </p:spPr>
        <p:txBody>
          <a:bodyPr/>
          <a:lstStyle/>
          <a:p>
            <a:r>
              <a:rPr dirty="0"/>
              <a:t>Input</a:t>
            </a:r>
          </a:p>
        </p:txBody>
      </p:sp>
      <p:sp>
        <p:nvSpPr>
          <p:cNvPr id="258" name="s = input(“Question?”)…"/>
          <p:cNvSpPr txBox="1">
            <a:spLocks noGrp="1"/>
          </p:cNvSpPr>
          <p:nvPr>
            <p:ph type="body" idx="1"/>
          </p:nvPr>
        </p:nvSpPr>
        <p:spPr>
          <a:xfrm>
            <a:off x="2416968" y="1489472"/>
            <a:ext cx="7358063" cy="4643438"/>
          </a:xfrm>
          <a:prstGeom prst="rect">
            <a:avLst/>
          </a:prstGeom>
        </p:spPr>
        <p:txBody>
          <a:bodyPr/>
          <a:lstStyle/>
          <a:p>
            <a:r>
              <a:rPr dirty="0"/>
              <a:t> </a:t>
            </a:r>
            <a:r>
              <a:rPr dirty="0">
                <a:latin typeface="Courier"/>
                <a:ea typeface="Courier"/>
                <a:cs typeface="Courier"/>
                <a:sym typeface="Courier"/>
              </a:rPr>
              <a:t>s = input(“Question?”) </a:t>
            </a:r>
          </a:p>
          <a:p>
            <a:r>
              <a:rPr dirty="0"/>
              <a:t>Much easier.  You always input a string.</a:t>
            </a:r>
          </a:p>
          <a:p>
            <a:r>
              <a:rPr dirty="0"/>
              <a:t>Then, of course, you have to use a bunch of conversion functions to get the numbers you want from this string.</a:t>
            </a:r>
          </a:p>
          <a:p>
            <a:r>
              <a:rPr dirty="0"/>
              <a:t> </a:t>
            </a:r>
            <a:r>
              <a:rPr dirty="0" err="1">
                <a:latin typeface="Courier"/>
                <a:ea typeface="Courier"/>
                <a:cs typeface="Courier"/>
                <a:sym typeface="Courier"/>
              </a:rPr>
              <a:t>ans</a:t>
            </a:r>
            <a:r>
              <a:rPr dirty="0">
                <a:latin typeface="Courier"/>
                <a:ea typeface="Courier"/>
                <a:cs typeface="Courier"/>
                <a:sym typeface="Courier"/>
              </a:rPr>
              <a:t> = int(s)</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Summary Example"/>
          <p:cNvSpPr txBox="1">
            <a:spLocks noGrp="1"/>
          </p:cNvSpPr>
          <p:nvPr>
            <p:ph type="ctrTitle"/>
          </p:nvPr>
        </p:nvSpPr>
        <p:spPr>
          <a:xfrm>
            <a:off x="2408783" y="437556"/>
            <a:ext cx="7374433" cy="924520"/>
          </a:xfrm>
          <a:prstGeom prst="rect">
            <a:avLst/>
          </a:prstGeom>
        </p:spPr>
        <p:txBody>
          <a:bodyPr/>
          <a:lstStyle/>
          <a:p>
            <a:r>
              <a:rPr dirty="0"/>
              <a:t>Summary Example</a:t>
            </a:r>
          </a:p>
        </p:txBody>
      </p:sp>
      <p:sp>
        <p:nvSpPr>
          <p:cNvPr id="261" name="(roots of a quadratic equation)"/>
          <p:cNvSpPr txBox="1">
            <a:spLocks noGrp="1"/>
          </p:cNvSpPr>
          <p:nvPr>
            <p:ph type="subTitle" sz="quarter" idx="1"/>
          </p:nvPr>
        </p:nvSpPr>
        <p:spPr>
          <a:xfrm>
            <a:off x="994171" y="2426493"/>
            <a:ext cx="9810750" cy="794742"/>
          </a:xfrm>
          <a:prstGeom prst="rect">
            <a:avLst/>
          </a:prstGeom>
        </p:spPr>
        <p:txBody>
          <a:bodyPr/>
          <a:lstStyle/>
          <a:p>
            <a:r>
              <a:rPr dirty="0"/>
              <a:t>(roots of a quadratic equation)</a:t>
            </a:r>
          </a:p>
        </p:txBody>
      </p:sp>
      <p:pic>
        <p:nvPicPr>
          <p:cNvPr id="262" name="droppedImage.pdf" descr="droppedImage.pdf"/>
          <p:cNvPicPr>
            <a:picLocks noChangeAspect="1"/>
          </p:cNvPicPr>
          <p:nvPr/>
        </p:nvPicPr>
        <p:blipFill>
          <a:blip r:embed="rId2"/>
          <a:stretch>
            <a:fillRect/>
          </a:stretch>
        </p:blipFill>
        <p:spPr>
          <a:xfrm>
            <a:off x="2938760" y="3429000"/>
            <a:ext cx="5331023" cy="1357902"/>
          </a:xfrm>
          <a:prstGeom prst="rect">
            <a:avLst/>
          </a:prstGeom>
          <a:ln w="12700">
            <a:miter lim="400000"/>
          </a:ln>
        </p:spPr>
      </p:pic>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Summary Example"/>
          <p:cNvSpPr txBox="1">
            <a:spLocks noGrp="1"/>
          </p:cNvSpPr>
          <p:nvPr>
            <p:ph type="title"/>
          </p:nvPr>
        </p:nvSpPr>
        <p:spPr>
          <a:xfrm>
            <a:off x="1876425" y="164749"/>
            <a:ext cx="7829550" cy="1484307"/>
          </a:xfrm>
          <a:prstGeom prst="rect">
            <a:avLst/>
          </a:prstGeom>
        </p:spPr>
        <p:txBody>
          <a:bodyPr/>
          <a:lstStyle/>
          <a:p>
            <a:r>
              <a:rPr dirty="0"/>
              <a:t>Summary Example</a:t>
            </a:r>
          </a:p>
        </p:txBody>
      </p:sp>
      <p:pic>
        <p:nvPicPr>
          <p:cNvPr id="265" name="Screenshot 2019-09-29 at 19.19.29.png" descr="Sample code formatted in classic Python colour scheme - example of finding the roots of a quadratic equation"/>
          <p:cNvPicPr>
            <a:picLocks noChangeAspect="1"/>
          </p:cNvPicPr>
          <p:nvPr/>
        </p:nvPicPr>
        <p:blipFill>
          <a:blip r:embed="rId3"/>
          <a:stretch>
            <a:fillRect/>
          </a:stretch>
        </p:blipFill>
        <p:spPr>
          <a:xfrm>
            <a:off x="2686050" y="1662901"/>
            <a:ext cx="7153352" cy="4666019"/>
          </a:xfrm>
          <a:prstGeom prst="rect">
            <a:avLst/>
          </a:prstGeom>
          <a:ln w="12700">
            <a:miter lim="400000"/>
          </a:ln>
        </p:spPr>
      </p:pic>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Summary Example"/>
          <p:cNvSpPr txBox="1">
            <a:spLocks noGrp="1"/>
          </p:cNvSpPr>
          <p:nvPr>
            <p:ph type="title"/>
          </p:nvPr>
        </p:nvSpPr>
        <p:spPr>
          <a:prstGeom prst="rect">
            <a:avLst/>
          </a:prstGeom>
        </p:spPr>
        <p:txBody>
          <a:bodyPr/>
          <a:lstStyle/>
          <a:p>
            <a:r>
              <a:t>Summary Example</a:t>
            </a:r>
          </a:p>
        </p:txBody>
      </p:sp>
      <p:pic>
        <p:nvPicPr>
          <p:cNvPr id="270" name="Screenshot 2019-09-29 at 20.57.00.png" descr="Sample code formatted in classic Python colour scheme - example of finding the roots of a quadratic equation"/>
          <p:cNvPicPr>
            <a:picLocks noChangeAspect="1"/>
          </p:cNvPicPr>
          <p:nvPr/>
        </p:nvPicPr>
        <p:blipFill>
          <a:blip r:embed="rId3"/>
          <a:stretch>
            <a:fillRect/>
          </a:stretch>
        </p:blipFill>
        <p:spPr>
          <a:xfrm>
            <a:off x="1672543" y="1822339"/>
            <a:ext cx="9057356" cy="4620269"/>
          </a:xfrm>
          <a:prstGeom prst="rect">
            <a:avLst/>
          </a:prstGeom>
          <a:ln w="12700">
            <a:miter lim="400000"/>
          </a:ln>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0ABF1F-E77A-11E9-41E1-48C98C6BB36F}"/>
              </a:ext>
            </a:extLst>
          </p:cNvPr>
          <p:cNvSpPr/>
          <p:nvPr/>
        </p:nvSpPr>
        <p:spPr>
          <a:xfrm>
            <a:off x="0" y="0"/>
            <a:ext cx="12192000" cy="6858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10" name="Rectangle 9">
            <a:extLst>
              <a:ext uri="{FF2B5EF4-FFF2-40B4-BE49-F238E27FC236}">
                <a16:creationId xmlns:a16="http://schemas.microsoft.com/office/drawing/2014/main" id="{AD09798C-DA30-FD84-E802-A0A8323C91AD}"/>
              </a:ext>
            </a:extLst>
          </p:cNvPr>
          <p:cNvSpPr/>
          <p:nvPr/>
        </p:nvSpPr>
        <p:spPr>
          <a:xfrm>
            <a:off x="197275" y="72888"/>
            <a:ext cx="4495306" cy="1067706"/>
          </a:xfrm>
          <a:prstGeom prst="rect">
            <a:avLst/>
          </a:prstGeom>
          <a:solidFill>
            <a:srgbClr val="00355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pic>
        <p:nvPicPr>
          <p:cNvPr id="5" name="Content Placeholder 4">
            <a:extLst>
              <a:ext uri="{FF2B5EF4-FFF2-40B4-BE49-F238E27FC236}">
                <a16:creationId xmlns:a16="http://schemas.microsoft.com/office/drawing/2014/main" id="{197E3D82-D4C9-79F8-A6A6-7B02CE6C38F0}"/>
              </a:ext>
            </a:extLst>
          </p:cNvPr>
          <p:cNvPicPr>
            <a:picLocks noGrp="1" noChangeAspect="1"/>
          </p:cNvPicPr>
          <p:nvPr>
            <p:ph idx="1"/>
          </p:nvPr>
        </p:nvPicPr>
        <p:blipFill rotWithShape="1">
          <a:blip r:embed="rId3"/>
          <a:srcRect r="49297" b="7001"/>
          <a:stretch/>
        </p:blipFill>
        <p:spPr>
          <a:xfrm>
            <a:off x="698353" y="1140594"/>
            <a:ext cx="4165079" cy="949950"/>
          </a:xfrm>
          <a:custGeom>
            <a:avLst/>
            <a:gdLst/>
            <a:ahLst/>
            <a:cxnLst/>
            <a:rect l="l" t="t" r="r" b="b"/>
            <a:pathLst>
              <a:path w="4555700" h="2733294">
                <a:moveTo>
                  <a:pt x="82217" y="0"/>
                </a:moveTo>
                <a:lnTo>
                  <a:pt x="4473483" y="0"/>
                </a:lnTo>
                <a:cubicBezTo>
                  <a:pt x="4518890" y="0"/>
                  <a:pt x="4555700" y="36810"/>
                  <a:pt x="4555700" y="82217"/>
                </a:cubicBezTo>
                <a:lnTo>
                  <a:pt x="4555700" y="2651077"/>
                </a:lnTo>
                <a:cubicBezTo>
                  <a:pt x="4555700" y="2696484"/>
                  <a:pt x="4518890" y="2733294"/>
                  <a:pt x="4473483" y="2733294"/>
                </a:cubicBezTo>
                <a:lnTo>
                  <a:pt x="82217" y="2733294"/>
                </a:lnTo>
                <a:cubicBezTo>
                  <a:pt x="36810" y="2733294"/>
                  <a:pt x="0" y="2696484"/>
                  <a:pt x="0" y="2651077"/>
                </a:cubicBezTo>
                <a:lnTo>
                  <a:pt x="0" y="82217"/>
                </a:lnTo>
                <a:cubicBezTo>
                  <a:pt x="0" y="36810"/>
                  <a:pt x="36810" y="0"/>
                  <a:pt x="82217" y="0"/>
                </a:cubicBezTo>
                <a:close/>
              </a:path>
            </a:pathLst>
          </a:custGeom>
        </p:spPr>
      </p:pic>
      <p:pic>
        <p:nvPicPr>
          <p:cNvPr id="3" name="Online Media 2" descr="Handwritten digits recognition.">
            <a:hlinkClick r:id="" action="ppaction://media"/>
            <a:extLst>
              <a:ext uri="{FF2B5EF4-FFF2-40B4-BE49-F238E27FC236}">
                <a16:creationId xmlns:a16="http://schemas.microsoft.com/office/drawing/2014/main" id="{D2740832-9145-76DA-D61E-57D94F88CC89}"/>
              </a:ext>
            </a:extLst>
          </p:cNvPr>
          <p:cNvPicPr>
            <a:picLocks noRot="1" noChangeAspect="1"/>
          </p:cNvPicPr>
          <p:nvPr>
            <a:videoFile r:link="rId1"/>
          </p:nvPr>
        </p:nvPicPr>
        <p:blipFill>
          <a:blip r:embed="rId4"/>
          <a:stretch>
            <a:fillRect/>
          </a:stretch>
        </p:blipFill>
        <p:spPr>
          <a:xfrm>
            <a:off x="698353" y="3605690"/>
            <a:ext cx="4555700" cy="2573970"/>
          </a:xfrm>
          <a:custGeom>
            <a:avLst/>
            <a:gdLst/>
            <a:ahLst/>
            <a:cxnLst/>
            <a:rect l="l" t="t" r="r" b="b"/>
            <a:pathLst>
              <a:path w="4438338" h="2323972">
                <a:moveTo>
                  <a:pt x="69905" y="0"/>
                </a:moveTo>
                <a:lnTo>
                  <a:pt x="4368433" y="0"/>
                </a:lnTo>
                <a:cubicBezTo>
                  <a:pt x="4407040" y="0"/>
                  <a:pt x="4438338" y="31298"/>
                  <a:pt x="4438338" y="69905"/>
                </a:cubicBezTo>
                <a:lnTo>
                  <a:pt x="4438338" y="2254067"/>
                </a:lnTo>
                <a:cubicBezTo>
                  <a:pt x="4438338" y="2292674"/>
                  <a:pt x="4407040" y="2323972"/>
                  <a:pt x="4368433" y="2323972"/>
                </a:cubicBezTo>
                <a:lnTo>
                  <a:pt x="69905" y="2323972"/>
                </a:lnTo>
                <a:cubicBezTo>
                  <a:pt x="31298" y="2323972"/>
                  <a:pt x="0" y="2292674"/>
                  <a:pt x="0" y="2254067"/>
                </a:cubicBezTo>
                <a:lnTo>
                  <a:pt x="0" y="69905"/>
                </a:lnTo>
                <a:cubicBezTo>
                  <a:pt x="0" y="31298"/>
                  <a:pt x="31298" y="0"/>
                  <a:pt x="69905" y="0"/>
                </a:cubicBezTo>
                <a:close/>
              </a:path>
            </a:pathLst>
          </a:custGeom>
        </p:spPr>
      </p:pic>
      <p:sp>
        <p:nvSpPr>
          <p:cNvPr id="6" name="TextBox 5">
            <a:extLst>
              <a:ext uri="{FF2B5EF4-FFF2-40B4-BE49-F238E27FC236}">
                <a16:creationId xmlns:a16="http://schemas.microsoft.com/office/drawing/2014/main" id="{C0D631BB-2DBF-FD58-0665-A1624825D7D7}"/>
              </a:ext>
            </a:extLst>
          </p:cNvPr>
          <p:cNvSpPr txBox="1"/>
          <p:nvPr/>
        </p:nvSpPr>
        <p:spPr>
          <a:xfrm>
            <a:off x="6151294" y="1946684"/>
            <a:ext cx="5397237" cy="4351338"/>
          </a:xfrm>
          <a:prstGeom prst="rect">
            <a:avLst/>
          </a:prstGeom>
        </p:spPr>
        <p:txBody>
          <a:bodyPr vert="horz" lIns="91440" tIns="45720" rIns="91440" bIns="45720" rtlCol="0">
            <a:normAutofit/>
          </a:bodyPr>
          <a:lstStyle/>
          <a:p>
            <a:pPr>
              <a:lnSpc>
                <a:spcPct val="90000"/>
              </a:lnSpc>
              <a:spcAft>
                <a:spcPts val="600"/>
              </a:spcAft>
            </a:pPr>
            <a:r>
              <a:rPr lang="en-US" sz="1400" b="1" i="0" dirty="0">
                <a:effectLst/>
              </a:rPr>
              <a:t>How it Works:</a:t>
            </a:r>
            <a:endParaRPr lang="en-US" sz="1400" b="0" i="0" dirty="0">
              <a:effectLst/>
            </a:endParaRPr>
          </a:p>
          <a:p>
            <a:pPr marL="342900" indent="-342900">
              <a:lnSpc>
                <a:spcPct val="90000"/>
              </a:lnSpc>
              <a:spcAft>
                <a:spcPts val="600"/>
              </a:spcAft>
              <a:buFont typeface="+mj-lt"/>
              <a:buAutoNum type="alphaUcPeriod"/>
            </a:pPr>
            <a:r>
              <a:rPr lang="en-US" sz="1600" dirty="0"/>
              <a:t>Train</a:t>
            </a:r>
            <a:r>
              <a:rPr lang="en-US" sz="1600" b="0" i="0" dirty="0">
                <a:effectLst/>
              </a:rPr>
              <a:t> our machine learning algorithm using an extensive dataset. Imagine teaching our digital companion the intricate nuances of each handwritten digit. To illustrate, we expose it to countless images of the digit '1', patiently guiding it through the distinctive features that define a '1'. Through this meticulous training, our machine transforms into a perceptive expert.</a:t>
            </a:r>
          </a:p>
          <a:p>
            <a:pPr marL="342900" indent="-342900">
              <a:lnSpc>
                <a:spcPct val="90000"/>
              </a:lnSpc>
              <a:spcAft>
                <a:spcPts val="600"/>
              </a:spcAft>
              <a:buFont typeface="+mj-lt"/>
              <a:buAutoNum type="alphaUcPeriod"/>
            </a:pPr>
            <a:r>
              <a:rPr lang="en-US" sz="1600" b="0" i="0" dirty="0">
                <a:effectLst/>
              </a:rPr>
              <a:t>Now, whenever our machine encounters a handwritten '1'—be it a scrawl on a piece of paper or a pixelated image on a screen—it possesses the ability to distinguish it from other digits, like '2’. </a:t>
            </a:r>
          </a:p>
          <a:p>
            <a:pPr marL="342900" indent="-342900">
              <a:lnSpc>
                <a:spcPct val="90000"/>
              </a:lnSpc>
              <a:spcAft>
                <a:spcPts val="600"/>
              </a:spcAft>
              <a:buFont typeface="+mj-lt"/>
              <a:buAutoNum type="alphaUcPeriod"/>
            </a:pPr>
            <a:r>
              <a:rPr lang="en-US" sz="1600" dirty="0"/>
              <a:t>Now its </a:t>
            </a:r>
            <a:r>
              <a:rPr lang="en-US" sz="1600" b="0" i="0" dirty="0">
                <a:effectLst/>
              </a:rPr>
              <a:t>capable of unravelling the mysteries of handwritten numbers. This remarkable achievement exemplifies the synergy of human intelligence and artificial intelligence, showcasing how Python empowers us to bridge the gap between the analogy and digital worlds.</a:t>
            </a:r>
          </a:p>
        </p:txBody>
      </p:sp>
      <p:pic>
        <p:nvPicPr>
          <p:cNvPr id="4" name="Content Placeholder 4">
            <a:extLst>
              <a:ext uri="{FF2B5EF4-FFF2-40B4-BE49-F238E27FC236}">
                <a16:creationId xmlns:a16="http://schemas.microsoft.com/office/drawing/2014/main" id="{F94C0D38-4EB7-E79D-6A79-518502B393D4}"/>
              </a:ext>
            </a:extLst>
          </p:cNvPr>
          <p:cNvPicPr>
            <a:picLocks noChangeAspect="1"/>
          </p:cNvPicPr>
          <p:nvPr/>
        </p:nvPicPr>
        <p:blipFill rotWithShape="1">
          <a:blip r:embed="rId3"/>
          <a:srcRect l="50703"/>
          <a:stretch/>
        </p:blipFill>
        <p:spPr>
          <a:xfrm>
            <a:off x="762646" y="2222098"/>
            <a:ext cx="4165078" cy="1050614"/>
          </a:xfrm>
          <a:custGeom>
            <a:avLst/>
            <a:gdLst/>
            <a:ahLst/>
            <a:cxnLst/>
            <a:rect l="l" t="t" r="r" b="b"/>
            <a:pathLst>
              <a:path w="4555700" h="2733294">
                <a:moveTo>
                  <a:pt x="82217" y="0"/>
                </a:moveTo>
                <a:lnTo>
                  <a:pt x="4473483" y="0"/>
                </a:lnTo>
                <a:cubicBezTo>
                  <a:pt x="4518890" y="0"/>
                  <a:pt x="4555700" y="36810"/>
                  <a:pt x="4555700" y="82217"/>
                </a:cubicBezTo>
                <a:lnTo>
                  <a:pt x="4555700" y="2651077"/>
                </a:lnTo>
                <a:cubicBezTo>
                  <a:pt x="4555700" y="2696484"/>
                  <a:pt x="4518890" y="2733294"/>
                  <a:pt x="4473483" y="2733294"/>
                </a:cubicBezTo>
                <a:lnTo>
                  <a:pt x="82217" y="2733294"/>
                </a:lnTo>
                <a:cubicBezTo>
                  <a:pt x="36810" y="2733294"/>
                  <a:pt x="0" y="2696484"/>
                  <a:pt x="0" y="2651077"/>
                </a:cubicBezTo>
                <a:lnTo>
                  <a:pt x="0" y="82217"/>
                </a:lnTo>
                <a:cubicBezTo>
                  <a:pt x="0" y="36810"/>
                  <a:pt x="36810" y="0"/>
                  <a:pt x="82217" y="0"/>
                </a:cubicBezTo>
                <a:close/>
              </a:path>
            </a:pathLst>
          </a:custGeom>
        </p:spPr>
      </p:pic>
      <p:sp>
        <p:nvSpPr>
          <p:cNvPr id="8" name="TextBox 7">
            <a:extLst>
              <a:ext uri="{FF2B5EF4-FFF2-40B4-BE49-F238E27FC236}">
                <a16:creationId xmlns:a16="http://schemas.microsoft.com/office/drawing/2014/main" id="{D24D1F63-8E45-FD34-2DF0-0424C62D660C}"/>
              </a:ext>
            </a:extLst>
          </p:cNvPr>
          <p:cNvSpPr txBox="1"/>
          <p:nvPr/>
        </p:nvSpPr>
        <p:spPr>
          <a:xfrm>
            <a:off x="266281" y="172199"/>
            <a:ext cx="4426299" cy="830997"/>
          </a:xfrm>
          <a:prstGeom prst="rect">
            <a:avLst/>
          </a:prstGeom>
          <a:noFill/>
        </p:spPr>
        <p:txBody>
          <a:bodyPr wrap="square">
            <a:spAutoFit/>
          </a:bodyPr>
          <a:lstStyle/>
          <a:p>
            <a:r>
              <a:rPr lang="en-US" sz="1600" b="0" i="0" dirty="0">
                <a:solidFill>
                  <a:schemeClr val="bg1"/>
                </a:solidFill>
                <a:effectLst/>
              </a:rPr>
              <a:t>In the dynamic world of artificial intelligence and machine learning, Python serves as the gateway to crafting a code that can identify handwritten digits. </a:t>
            </a:r>
            <a:endParaRPr lang="en-US" sz="1600" dirty="0">
              <a:solidFill>
                <a:schemeClr val="bg1"/>
              </a:solidFill>
            </a:endParaRPr>
          </a:p>
        </p:txBody>
      </p:sp>
      <p:sp>
        <p:nvSpPr>
          <p:cNvPr id="9" name="Rectangle 8">
            <a:extLst>
              <a:ext uri="{FF2B5EF4-FFF2-40B4-BE49-F238E27FC236}">
                <a16:creationId xmlns:a16="http://schemas.microsoft.com/office/drawing/2014/main" id="{19884461-06F0-43C9-2600-369B27D87462}"/>
              </a:ext>
            </a:extLst>
          </p:cNvPr>
          <p:cNvSpPr/>
          <p:nvPr/>
        </p:nvSpPr>
        <p:spPr>
          <a:xfrm>
            <a:off x="6134471" y="535910"/>
            <a:ext cx="5557857" cy="1325562"/>
          </a:xfrm>
          <a:prstGeom prst="rect">
            <a:avLst/>
          </a:prstGeom>
          <a:solidFill>
            <a:srgbClr val="00355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2" name="Title 1">
            <a:extLst>
              <a:ext uri="{FF2B5EF4-FFF2-40B4-BE49-F238E27FC236}">
                <a16:creationId xmlns:a16="http://schemas.microsoft.com/office/drawing/2014/main" id="{6728107F-8DDF-8472-D77E-23AFF8FB4518}"/>
              </a:ext>
            </a:extLst>
          </p:cNvPr>
          <p:cNvSpPr>
            <a:spLocks noGrp="1"/>
          </p:cNvSpPr>
          <p:nvPr>
            <p:ph type="title"/>
          </p:nvPr>
        </p:nvSpPr>
        <p:spPr>
          <a:xfrm>
            <a:off x="6151294" y="486184"/>
            <a:ext cx="5397237" cy="1325563"/>
          </a:xfrm>
        </p:spPr>
        <p:txBody>
          <a:bodyPr vert="horz" lIns="91440" tIns="45720" rIns="91440" bIns="45720" rtlCol="0" anchor="ctr">
            <a:normAutofit fontScale="90000"/>
          </a:bodyPr>
          <a:lstStyle/>
          <a:p>
            <a:r>
              <a:rPr lang="en-US" sz="2800" i="0" dirty="0">
                <a:solidFill>
                  <a:schemeClr val="bg1"/>
                </a:solidFill>
                <a:effectLst/>
              </a:rPr>
              <a:t>Harnessing Machine Learning and AI for Handwritten Digit Recognition with Python</a:t>
            </a:r>
            <a:endParaRPr lang="en-US" sz="2800" dirty="0">
              <a:solidFill>
                <a:schemeClr val="bg1"/>
              </a:solidFill>
            </a:endParaRPr>
          </a:p>
        </p:txBody>
      </p:sp>
    </p:spTree>
    <p:extLst>
      <p:ext uri="{BB962C8B-B14F-4D97-AF65-F5344CB8AC3E}">
        <p14:creationId xmlns:p14="http://schemas.microsoft.com/office/powerpoint/2010/main" val="116301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University at sunset">
            <a:extLst>
              <a:ext uri="{FF2B5EF4-FFF2-40B4-BE49-F238E27FC236}">
                <a16:creationId xmlns:a16="http://schemas.microsoft.com/office/drawing/2014/main" id="{11FDCD37-95D4-D94F-8143-5384ADC6A6C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4" name="Group 3">
            <a:extLst>
              <a:ext uri="{FF2B5EF4-FFF2-40B4-BE49-F238E27FC236}">
                <a16:creationId xmlns:a16="http://schemas.microsoft.com/office/drawing/2014/main" id="{88F30531-16BE-1D4A-839A-4165196E56D1}"/>
              </a:ext>
              <a:ext uri="{C183D7F6-B498-43B3-948B-1728B52AA6E4}">
                <adec:decorative xmlns:adec="http://schemas.microsoft.com/office/drawing/2017/decorative" val="1"/>
              </a:ext>
            </a:extLst>
          </p:cNvPr>
          <p:cNvGrpSpPr/>
          <p:nvPr/>
        </p:nvGrpSpPr>
        <p:grpSpPr>
          <a:xfrm>
            <a:off x="8385228" y="5699322"/>
            <a:ext cx="3413095" cy="854153"/>
            <a:chOff x="5652120" y="4237877"/>
            <a:chExt cx="3413095" cy="854153"/>
          </a:xfrm>
        </p:grpSpPr>
        <p:sp>
          <p:nvSpPr>
            <p:cNvPr id="5" name="TextBox 4">
              <a:extLst>
                <a:ext uri="{FF2B5EF4-FFF2-40B4-BE49-F238E27FC236}">
                  <a16:creationId xmlns:a16="http://schemas.microsoft.com/office/drawing/2014/main" id="{FF2BC779-2AC3-3641-A89B-2FE2861B804B}"/>
                </a:ext>
              </a:extLst>
            </p:cNvPr>
            <p:cNvSpPr txBox="1"/>
            <p:nvPr/>
          </p:nvSpPr>
          <p:spPr>
            <a:xfrm>
              <a:off x="5652120" y="4237877"/>
              <a:ext cx="3413095" cy="461665"/>
            </a:xfrm>
            <a:prstGeom prst="rect">
              <a:avLst/>
            </a:prstGeom>
            <a:noFill/>
            <a:effectLst>
              <a:outerShdw blurRad="1270000" dist="50800" dir="5400000" sx="200000" sy="200000" algn="ctr" rotWithShape="0">
                <a:schemeClr val="tx1"/>
              </a:outerShdw>
            </a:effectLst>
          </p:spPr>
          <p:txBody>
            <a:bodyPr wrap="square" rtlCol="0">
              <a:spAutoFit/>
            </a:bodyPr>
            <a:lstStyle/>
            <a:p>
              <a:pPr algn="r"/>
              <a:r>
                <a:rPr lang="en-US" sz="2400" b="1" dirty="0">
                  <a:solidFill>
                    <a:schemeClr val="bg1"/>
                  </a:solidFill>
                  <a:latin typeface="Arial" panose="020B0604020202020204" pitchFamily="34" charset="0"/>
                  <a:cs typeface="Arial" panose="020B0604020202020204" pitchFamily="34" charset="0"/>
                </a:rPr>
                <a:t>#</a:t>
              </a:r>
              <a:r>
                <a:rPr lang="en-US" sz="2400" b="1" dirty="0" err="1">
                  <a:solidFill>
                    <a:schemeClr val="bg1"/>
                  </a:solidFill>
                  <a:latin typeface="Arial" panose="020B0604020202020204" pitchFamily="34" charset="0"/>
                  <a:cs typeface="Arial" panose="020B0604020202020204" pitchFamily="34" charset="0"/>
                </a:rPr>
                <a:t>UofGWorldChangers</a:t>
              </a:r>
              <a:endParaRPr lang="en-US" sz="2400" b="1" dirty="0">
                <a:solidFill>
                  <a:schemeClr val="bg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6B7AFC7-4175-6442-9F4D-48AB39DA3335}"/>
                </a:ext>
              </a:extLst>
            </p:cNvPr>
            <p:cNvSpPr txBox="1"/>
            <p:nvPr/>
          </p:nvSpPr>
          <p:spPr>
            <a:xfrm>
              <a:off x="6365423" y="4630365"/>
              <a:ext cx="2699792" cy="461665"/>
            </a:xfrm>
            <a:prstGeom prst="rect">
              <a:avLst/>
            </a:prstGeom>
            <a:noFill/>
          </p:spPr>
          <p:txBody>
            <a:bodyPr wrap="square" rtlCol="0">
              <a:spAutoFit/>
            </a:bodyPr>
            <a:lstStyle/>
            <a:p>
              <a:pPr algn="r"/>
              <a:r>
                <a:rPr lang="en-US" sz="2400" b="1" dirty="0">
                  <a:solidFill>
                    <a:schemeClr val="bg1"/>
                  </a:solidFill>
                  <a:latin typeface="Arial" panose="020B0604020202020204" pitchFamily="34" charset="0"/>
                  <a:ea typeface="Arial" charset="0"/>
                  <a:cs typeface="Arial" panose="020B0604020202020204" pitchFamily="34" charset="0"/>
                </a:rPr>
                <a:t>@</a:t>
              </a:r>
              <a:r>
                <a:rPr lang="en-US" sz="2400" b="1" dirty="0" err="1">
                  <a:solidFill>
                    <a:schemeClr val="bg1"/>
                  </a:solidFill>
                  <a:latin typeface="Arial" panose="020B0604020202020204" pitchFamily="34" charset="0"/>
                  <a:ea typeface="Arial" charset="0"/>
                  <a:cs typeface="Arial" panose="020B0604020202020204" pitchFamily="34" charset="0"/>
                </a:rPr>
                <a:t>UofGlasgow</a:t>
              </a:r>
              <a:endParaRPr lang="en-US" sz="2400" b="1" dirty="0">
                <a:solidFill>
                  <a:schemeClr val="bg1"/>
                </a:solidFill>
                <a:latin typeface="Arial" panose="020B0604020202020204" pitchFamily="34" charset="0"/>
                <a:ea typeface="Arial" charset="0"/>
                <a:cs typeface="Arial" panose="020B0604020202020204" pitchFamily="34" charset="0"/>
              </a:endParaRPr>
            </a:p>
          </p:txBody>
        </p:sp>
        <p:grpSp>
          <p:nvGrpSpPr>
            <p:cNvPr id="7" name="Group 6">
              <a:extLst>
                <a:ext uri="{FF2B5EF4-FFF2-40B4-BE49-F238E27FC236}">
                  <a16:creationId xmlns:a16="http://schemas.microsoft.com/office/drawing/2014/main" id="{A6F23C76-7323-9246-828B-CE7B4F0B6ACB}"/>
                </a:ext>
              </a:extLst>
            </p:cNvPr>
            <p:cNvGrpSpPr/>
            <p:nvPr/>
          </p:nvGrpSpPr>
          <p:grpSpPr>
            <a:xfrm>
              <a:off x="5868144" y="4759697"/>
              <a:ext cx="870873" cy="246401"/>
              <a:chOff x="-704667" y="465075"/>
              <a:chExt cx="718929" cy="203410"/>
            </a:xfrm>
          </p:grpSpPr>
          <p:pic>
            <p:nvPicPr>
              <p:cNvPr id="8" name="Picture 7">
                <a:extLst>
                  <a:ext uri="{FF2B5EF4-FFF2-40B4-BE49-F238E27FC236}">
                    <a16:creationId xmlns:a16="http://schemas.microsoft.com/office/drawing/2014/main" id="{ADA074F8-3E2D-4044-BD93-0EE72365F60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8635" y="466885"/>
                <a:ext cx="242653" cy="201600"/>
              </a:xfrm>
              <a:prstGeom prst="rect">
                <a:avLst/>
              </a:prstGeom>
            </p:spPr>
          </p:pic>
          <p:pic>
            <p:nvPicPr>
              <p:cNvPr id="9" name="Picture 8">
                <a:extLst>
                  <a:ext uri="{FF2B5EF4-FFF2-40B4-BE49-F238E27FC236}">
                    <a16:creationId xmlns:a16="http://schemas.microsoft.com/office/drawing/2014/main" id="{EB162D4C-911F-884F-8B17-FF2DA1BA812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87338" y="466885"/>
                <a:ext cx="201600" cy="201600"/>
              </a:xfrm>
              <a:prstGeom prst="rect">
                <a:avLst/>
              </a:prstGeom>
            </p:spPr>
          </p:pic>
          <p:pic>
            <p:nvPicPr>
              <p:cNvPr id="10" name="Picture 9">
                <a:extLst>
                  <a:ext uri="{FF2B5EF4-FFF2-40B4-BE49-F238E27FC236}">
                    <a16:creationId xmlns:a16="http://schemas.microsoft.com/office/drawing/2014/main" id="{A43EFC0B-FA40-FC40-8378-CA0BB8B802D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04667" y="465075"/>
                <a:ext cx="197388" cy="197388"/>
              </a:xfrm>
              <a:prstGeom prst="rect">
                <a:avLst/>
              </a:prstGeom>
            </p:spPr>
          </p:pic>
        </p:grpSp>
      </p:grpSp>
      <p:sp>
        <p:nvSpPr>
          <p:cNvPr id="2" name="Title 1">
            <a:extLst>
              <a:ext uri="{FF2B5EF4-FFF2-40B4-BE49-F238E27FC236}">
                <a16:creationId xmlns:a16="http://schemas.microsoft.com/office/drawing/2014/main" id="{7175F20C-468E-F742-9149-B8A5FEBC2911}"/>
              </a:ext>
            </a:extLst>
          </p:cNvPr>
          <p:cNvSpPr>
            <a:spLocks noGrp="1"/>
          </p:cNvSpPr>
          <p:nvPr>
            <p:ph type="title" idx="4294967295"/>
          </p:nvPr>
        </p:nvSpPr>
        <p:spPr>
          <a:xfrm>
            <a:off x="645886" y="1889351"/>
            <a:ext cx="5842000" cy="1931535"/>
          </a:xfrm>
        </p:spPr>
        <p:txBody>
          <a:bodyPr>
            <a:noAutofit/>
          </a:bodyPr>
          <a:lstStyle/>
          <a:p>
            <a:pPr algn="l"/>
            <a:br>
              <a:rPr lang="en-GB" dirty="0">
                <a:solidFill>
                  <a:schemeClr val="bg1"/>
                </a:solidFill>
              </a:rPr>
            </a:br>
            <a:br>
              <a:rPr lang="en-GB" dirty="0">
                <a:solidFill>
                  <a:schemeClr val="bg1"/>
                </a:solidFill>
              </a:rPr>
            </a:br>
            <a:r>
              <a:rPr lang="en-GB" dirty="0">
                <a:solidFill>
                  <a:schemeClr val="bg1"/>
                </a:solidFill>
              </a:rPr>
              <a:t>Thank you</a:t>
            </a:r>
            <a:endParaRPr lang="en-US" dirty="0">
              <a:solidFill>
                <a:schemeClr val="bg1"/>
              </a:solidFill>
            </a:endParaRPr>
          </a:p>
        </p:txBody>
      </p:sp>
    </p:spTree>
    <p:extLst>
      <p:ext uri="{BB962C8B-B14F-4D97-AF65-F5344CB8AC3E}">
        <p14:creationId xmlns:p14="http://schemas.microsoft.com/office/powerpoint/2010/main" val="3006378702"/>
      </p:ext>
    </p:extLst>
  </p:cSld>
  <p:clrMapOvr>
    <a:masterClrMapping/>
  </p:clrMapOvr>
</p:sld>
</file>

<file path=ppt/theme/theme1.xml><?xml version="1.0" encoding="utf-8"?>
<a:theme xmlns:a="http://schemas.openxmlformats.org/drawingml/2006/main" name="Office Theme">
  <a:themeElements>
    <a:clrScheme name="UofG colours">
      <a:dk1>
        <a:srgbClr val="003865"/>
      </a:dk1>
      <a:lt1>
        <a:srgbClr val="FFFFFE"/>
      </a:lt1>
      <a:dk2>
        <a:srgbClr val="000000"/>
      </a:dk2>
      <a:lt2>
        <a:srgbClr val="7D2238"/>
      </a:lt2>
      <a:accent1>
        <a:srgbClr val="0075B0"/>
      </a:accent1>
      <a:accent2>
        <a:srgbClr val="5B4D93"/>
      </a:accent2>
      <a:accent3>
        <a:srgbClr val="CF1C20"/>
      </a:accent3>
      <a:accent4>
        <a:srgbClr val="00833C"/>
      </a:accent4>
      <a:accent5>
        <a:srgbClr val="BE4D00"/>
      </a:accent5>
      <a:accent6>
        <a:srgbClr val="951271"/>
      </a:accent6>
      <a:hlink>
        <a:srgbClr val="584B3D"/>
      </a:hlink>
      <a:folHlink>
        <a:srgbClr val="0068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61AF5F2-503D-2641-86A1-09AD8919EA9C}" vid="{A816E7D6-9491-074F-A4D5-6596497DAC18}"/>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Gill Sans"/>
        <a:ea typeface="Gill Sans"/>
        <a:cs typeface="Gill Sans"/>
      </a:majorFont>
      <a:minorFont>
        <a:latin typeface="Gill Sans"/>
        <a:ea typeface="Gill Sans"/>
        <a:cs typeface="Gill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1be7cfd-548d-4303-8097-97bebd0ee4cc">
      <Terms xmlns="http://schemas.microsoft.com/office/infopath/2007/PartnerControls"/>
    </lcf76f155ced4ddcb4097134ff3c332f>
    <TaxCatchAll xmlns="b234acbb-5041-4803-ac76-ed67d5f310b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4C3477AF0C32F4CAC49E6EEAF05E6C3" ma:contentTypeVersion="12" ma:contentTypeDescription="Create a new document." ma:contentTypeScope="" ma:versionID="1ba8c17be94dcb5b75e979095227705f">
  <xsd:schema xmlns:xsd="http://www.w3.org/2001/XMLSchema" xmlns:xs="http://www.w3.org/2001/XMLSchema" xmlns:p="http://schemas.microsoft.com/office/2006/metadata/properties" xmlns:ns2="81be7cfd-548d-4303-8097-97bebd0ee4cc" xmlns:ns3="b234acbb-5041-4803-ac76-ed67d5f310b1" targetNamespace="http://schemas.microsoft.com/office/2006/metadata/properties" ma:root="true" ma:fieldsID="06216d9f205773ea0cf57edb98145fa9" ns2:_="" ns3:_="">
    <xsd:import namespace="81be7cfd-548d-4303-8097-97bebd0ee4cc"/>
    <xsd:import namespace="b234acbb-5041-4803-ac76-ed67d5f310b1"/>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be7cfd-548d-4303-8097-97bebd0ee4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7306b285-ac2c-4225-b56d-e54690cf9c97"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234acbb-5041-4803-ac76-ed67d5f310b1"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2f04b43c-2349-433e-a3f0-740142a8de10}" ma:internalName="TaxCatchAll" ma:showField="CatchAllData" ma:web="b234acbb-5041-4803-ac76-ed67d5f310b1">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75C7D9D-A9D2-4F29-96D3-C1952EB4BCB8}">
  <ds:schemaRefs>
    <ds:schemaRef ds:uri="http://schemas.microsoft.com/sharepoint/v3/contenttype/forms"/>
  </ds:schemaRefs>
</ds:datastoreItem>
</file>

<file path=customXml/itemProps2.xml><?xml version="1.0" encoding="utf-8"?>
<ds:datastoreItem xmlns:ds="http://schemas.openxmlformats.org/officeDocument/2006/customXml" ds:itemID="{F041741E-7648-4537-B953-1CDA2177059F}">
  <ds:schemaRefs>
    <ds:schemaRef ds:uri="http://www.w3.org/XML/1998/namespace"/>
    <ds:schemaRef ds:uri="http://purl.org/dc/elements/1.1/"/>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schemas.microsoft.com/office/2006/metadata/properties"/>
    <ds:schemaRef ds:uri="b234acbb-5041-4803-ac76-ed67d5f310b1"/>
    <ds:schemaRef ds:uri="81be7cfd-548d-4303-8097-97bebd0ee4cc"/>
    <ds:schemaRef ds:uri="http://purl.org/dc/terms/"/>
  </ds:schemaRefs>
</ds:datastoreItem>
</file>

<file path=customXml/itemProps3.xml><?xml version="1.0" encoding="utf-8"?>
<ds:datastoreItem xmlns:ds="http://schemas.openxmlformats.org/officeDocument/2006/customXml" ds:itemID="{4A53DA1A-2B35-46D4-B2FB-411A2A0DCCFA}"/>
</file>

<file path=docProps/app.xml><?xml version="1.0" encoding="utf-8"?>
<Properties xmlns="http://schemas.openxmlformats.org/officeDocument/2006/extended-properties" xmlns:vt="http://schemas.openxmlformats.org/officeDocument/2006/docPropsVTypes">
  <Template/>
  <TotalTime>6768</TotalTime>
  <Words>2236</Words>
  <Application>Microsoft Macintosh PowerPoint</Application>
  <PresentationFormat>Widescreen</PresentationFormat>
  <Paragraphs>224</Paragraphs>
  <Slides>39</Slides>
  <Notes>15</Notes>
  <HiddenSlides>0</HiddenSlides>
  <MMClips>1</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39</vt:i4>
      </vt:variant>
    </vt:vector>
  </HeadingPairs>
  <TitlesOfParts>
    <vt:vector size="46" baseType="lpstr">
      <vt:lpstr>Arial</vt:lpstr>
      <vt:lpstr>Calibri</vt:lpstr>
      <vt:lpstr>Cambria Math</vt:lpstr>
      <vt:lpstr>Courier</vt:lpstr>
      <vt:lpstr>Gill Sans</vt:lpstr>
      <vt:lpstr>Office Theme</vt:lpstr>
      <vt:lpstr>White</vt:lpstr>
      <vt:lpstr>Professor David Flynn </vt:lpstr>
      <vt:lpstr>Variables &amp; Operators</vt:lpstr>
      <vt:lpstr>Variables</vt:lpstr>
      <vt:lpstr>First non-Variables</vt:lpstr>
      <vt:lpstr>Variables</vt:lpstr>
      <vt:lpstr>Variable Names</vt:lpstr>
      <vt:lpstr>Creating variables</vt:lpstr>
      <vt:lpstr>Updating variables</vt:lpstr>
      <vt:lpstr>Example Code</vt:lpstr>
      <vt:lpstr>Units !</vt:lpstr>
      <vt:lpstr>Variables are Objects !</vt:lpstr>
      <vt:lpstr>Operators</vt:lpstr>
      <vt:lpstr>Using Variables</vt:lpstr>
      <vt:lpstr>Operators</vt:lpstr>
      <vt:lpstr>Operator Precedence</vt:lpstr>
      <vt:lpstr>Operator Precedence</vt:lpstr>
      <vt:lpstr>Operator Precedence</vt:lpstr>
      <vt:lpstr>Logical Operators</vt:lpstr>
      <vt:lpstr>Logical Operators</vt:lpstr>
      <vt:lpstr>Short Cut Operators</vt:lpstr>
      <vt:lpstr>But conversion?</vt:lpstr>
      <vt:lpstr>But conversion?</vt:lpstr>
      <vt:lpstr>useful conversions</vt:lpstr>
      <vt:lpstr>Input/Output</vt:lpstr>
      <vt:lpstr>Input / Output</vt:lpstr>
      <vt:lpstr>Input / Output</vt:lpstr>
      <vt:lpstr>Output</vt:lpstr>
      <vt:lpstr>Output</vt:lpstr>
      <vt:lpstr>Output</vt:lpstr>
      <vt:lpstr>Clearer with Examples</vt:lpstr>
      <vt:lpstr>Clearer with Examples</vt:lpstr>
      <vt:lpstr>Clearer with Examples</vt:lpstr>
      <vt:lpstr>Finally on print</vt:lpstr>
      <vt:lpstr>Input</vt:lpstr>
      <vt:lpstr>Summary Example</vt:lpstr>
      <vt:lpstr>Summary Example</vt:lpstr>
      <vt:lpstr>Summary Example</vt:lpstr>
      <vt:lpstr>Harnessing Machine Learning and AI for Handwritten Digit Recognition with Python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 Howard</dc:creator>
  <cp:lastModifiedBy>Daniel Mitchell (PGR)</cp:lastModifiedBy>
  <cp:revision>151</cp:revision>
  <dcterms:created xsi:type="dcterms:W3CDTF">2021-01-06T14:22:07Z</dcterms:created>
  <dcterms:modified xsi:type="dcterms:W3CDTF">2023-09-22T10:24:42Z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0x01010074C3477AF0C32F4CAC49E6EEAF05E6C3</vt:lpwstr>
  </property>
  <property fmtid="{D5CDD505-2E9C-101B-9397-08002B2CF9AE}" pid="3" name="MediaServiceImageTags">
    <vt:lpwstr/>
  </property>
</Properties>
</file>