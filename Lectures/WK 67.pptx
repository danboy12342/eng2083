
<file path=[Content_Types].xml><?xml version="1.0" encoding="utf-8"?>
<Types xmlns="http://schemas.openxmlformats.org/package/2006/content-types">
  <Default Extension="emf" ContentType="image/x-em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32" r:id="rId5"/>
    <p:sldMasterId id="2147483724" r:id="rId6"/>
    <p:sldMasterId id="2147483716" r:id="rId7"/>
    <p:sldMasterId id="2147483740" r:id="rId8"/>
  </p:sldMasterIdLst>
  <p:notesMasterIdLst>
    <p:notesMasterId r:id="rId61"/>
  </p:notesMasterIdLst>
  <p:sldIdLst>
    <p:sldId id="256" r:id="rId9"/>
    <p:sldId id="274" r:id="rId10"/>
    <p:sldId id="257" r:id="rId11"/>
    <p:sldId id="258" r:id="rId12"/>
    <p:sldId id="259" r:id="rId13"/>
    <p:sldId id="303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304" r:id="rId24"/>
    <p:sldId id="305" r:id="rId25"/>
    <p:sldId id="306" r:id="rId26"/>
    <p:sldId id="307" r:id="rId27"/>
    <p:sldId id="302" r:id="rId28"/>
    <p:sldId id="269" r:id="rId29"/>
    <p:sldId id="270" r:id="rId30"/>
    <p:sldId id="271" r:id="rId31"/>
    <p:sldId id="272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273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5B62"/>
    <a:srgbClr val="452E47"/>
    <a:srgbClr val="E65D19"/>
    <a:srgbClr val="00355F"/>
    <a:srgbClr val="777777"/>
    <a:srgbClr val="666699"/>
    <a:srgbClr val="C0C0C0"/>
    <a:srgbClr val="66FFCC"/>
    <a:srgbClr val="99FFCC"/>
    <a:srgbClr val="7F9B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FD5DE-A79C-C045-B3F3-1AE05C05B9A5}" v="2242" dt="2023-10-23T15:16:24.573"/>
    <p1510:client id="{D63772FD-BC65-4CF9-9B92-98684EC19E0B}" v="3" dt="2023-10-26T15:35:57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63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microsoft.com/office/2015/10/relationships/revisionInfo" Target="revisionInfo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Mitchell (PGR)" userId="S::d.mitchell.5@research.gla.ac.uk::b9bb6c93-84e7-41da-863e-f9c995c6f935" providerId="AD" clId="Web-{D63772FD-BC65-4CF9-9B92-98684EC19E0B}"/>
    <pc:docChg chg="modSld">
      <pc:chgData name="Daniel Mitchell (PGR)" userId="S::d.mitchell.5@research.gla.ac.uk::b9bb6c93-84e7-41da-863e-f9c995c6f935" providerId="AD" clId="Web-{D63772FD-BC65-4CF9-9B92-98684EC19E0B}" dt="2023-10-26T15:35:56.740" v="1" actId="20577"/>
      <pc:docMkLst>
        <pc:docMk/>
      </pc:docMkLst>
      <pc:sldChg chg="modSp">
        <pc:chgData name="Daniel Mitchell (PGR)" userId="S::d.mitchell.5@research.gla.ac.uk::b9bb6c93-84e7-41da-863e-f9c995c6f935" providerId="AD" clId="Web-{D63772FD-BC65-4CF9-9B92-98684EC19E0B}" dt="2023-10-26T15:35:56.740" v="1" actId="20577"/>
        <pc:sldMkLst>
          <pc:docMk/>
          <pc:sldMk cId="3266629653" sldId="305"/>
        </pc:sldMkLst>
        <pc:spChg chg="mod">
          <ac:chgData name="Daniel Mitchell (PGR)" userId="S::d.mitchell.5@research.gla.ac.uk::b9bb6c93-84e7-41da-863e-f9c995c6f935" providerId="AD" clId="Web-{D63772FD-BC65-4CF9-9B92-98684EC19E0B}" dt="2023-10-26T15:35:56.740" v="1" actId="20577"/>
          <ac:spMkLst>
            <pc:docMk/>
            <pc:sldMk cId="3266629653" sldId="305"/>
            <ac:spMk id="12" creationId="{925F271C-1658-849E-65A8-7D3041D6B4C9}"/>
          </ac:spMkLst>
        </pc:spChg>
      </pc:sldChg>
    </pc:docChg>
  </pc:docChgLst>
  <pc:docChgLst>
    <pc:chgData name="Daniel Mitchell (PGR)" userId="b9bb6c93-84e7-41da-863e-f9c995c6f935" providerId="ADAL" clId="{03DFD5DE-A79C-C045-B3F3-1AE05C05B9A5}"/>
    <pc:docChg chg="undo custSel addSld delSld modSld">
      <pc:chgData name="Daniel Mitchell (PGR)" userId="b9bb6c93-84e7-41da-863e-f9c995c6f935" providerId="ADAL" clId="{03DFD5DE-A79C-C045-B3F3-1AE05C05B9A5}" dt="2023-10-23T15:16:24.573" v="3649" actId="1076"/>
      <pc:docMkLst>
        <pc:docMk/>
      </pc:docMkLst>
      <pc:sldChg chg="addSp modSp mod modAnim">
        <pc:chgData name="Daniel Mitchell (PGR)" userId="b9bb6c93-84e7-41da-863e-f9c995c6f935" providerId="ADAL" clId="{03DFD5DE-A79C-C045-B3F3-1AE05C05B9A5}" dt="2023-10-23T14:54:09.041" v="1869" actId="1038"/>
        <pc:sldMkLst>
          <pc:docMk/>
          <pc:sldMk cId="0" sldId="257"/>
        </pc:sldMkLst>
        <pc:spChg chg="mod">
          <ac:chgData name="Daniel Mitchell (PGR)" userId="b9bb6c93-84e7-41da-863e-f9c995c6f935" providerId="ADAL" clId="{03DFD5DE-A79C-C045-B3F3-1AE05C05B9A5}" dt="2023-10-23T14:52:26.566" v="1843" actId="1076"/>
          <ac:spMkLst>
            <pc:docMk/>
            <pc:sldMk cId="0" sldId="257"/>
            <ac:spMk id="140" creationId="{00000000-0000-0000-0000-000000000000}"/>
          </ac:spMkLst>
        </pc:spChg>
        <pc:spChg chg="mod">
          <ac:chgData name="Daniel Mitchell (PGR)" userId="b9bb6c93-84e7-41da-863e-f9c995c6f935" providerId="ADAL" clId="{03DFD5DE-A79C-C045-B3F3-1AE05C05B9A5}" dt="2023-10-23T14:52:29.065" v="1844" actId="1076"/>
          <ac:spMkLst>
            <pc:docMk/>
            <pc:sldMk cId="0" sldId="257"/>
            <ac:spMk id="141" creationId="{00000000-0000-0000-0000-000000000000}"/>
          </ac:spMkLst>
        </pc:spChg>
        <pc:picChg chg="add mod">
          <ac:chgData name="Daniel Mitchell (PGR)" userId="b9bb6c93-84e7-41da-863e-f9c995c6f935" providerId="ADAL" clId="{03DFD5DE-A79C-C045-B3F3-1AE05C05B9A5}" dt="2023-10-23T14:54:09.041" v="1869" actId="1038"/>
          <ac:picMkLst>
            <pc:docMk/>
            <pc:sldMk cId="0" sldId="257"/>
            <ac:picMk id="2" creationId="{8FD21846-E7FD-4FC2-6792-D95F869459DD}"/>
          </ac:picMkLst>
        </pc:picChg>
        <pc:picChg chg="add mod">
          <ac:chgData name="Daniel Mitchell (PGR)" userId="b9bb6c93-84e7-41da-863e-f9c995c6f935" providerId="ADAL" clId="{03DFD5DE-A79C-C045-B3F3-1AE05C05B9A5}" dt="2023-10-23T14:53:27.344" v="1854" actId="1076"/>
          <ac:picMkLst>
            <pc:docMk/>
            <pc:sldMk cId="0" sldId="257"/>
            <ac:picMk id="2050" creationId="{9A00C5E8-5583-6877-C899-F4C789239367}"/>
          </ac:picMkLst>
        </pc:picChg>
      </pc:sldChg>
      <pc:sldChg chg="modSp mod">
        <pc:chgData name="Daniel Mitchell (PGR)" userId="b9bb6c93-84e7-41da-863e-f9c995c6f935" providerId="ADAL" clId="{03DFD5DE-A79C-C045-B3F3-1AE05C05B9A5}" dt="2023-09-13T15:14:15.760" v="1" actId="14100"/>
        <pc:sldMkLst>
          <pc:docMk/>
          <pc:sldMk cId="0" sldId="261"/>
        </pc:sldMkLst>
        <pc:picChg chg="mod">
          <ac:chgData name="Daniel Mitchell (PGR)" userId="b9bb6c93-84e7-41da-863e-f9c995c6f935" providerId="ADAL" clId="{03DFD5DE-A79C-C045-B3F3-1AE05C05B9A5}" dt="2023-09-13T15:14:10.607" v="0" actId="14100"/>
          <ac:picMkLst>
            <pc:docMk/>
            <pc:sldMk cId="0" sldId="261"/>
            <ac:picMk id="156" creationId="{00000000-0000-0000-0000-000000000000}"/>
          </ac:picMkLst>
        </pc:picChg>
        <pc:picChg chg="mod">
          <ac:chgData name="Daniel Mitchell (PGR)" userId="b9bb6c93-84e7-41da-863e-f9c995c6f935" providerId="ADAL" clId="{03DFD5DE-A79C-C045-B3F3-1AE05C05B9A5}" dt="2023-09-13T15:14:15.760" v="1" actId="14100"/>
          <ac:picMkLst>
            <pc:docMk/>
            <pc:sldMk cId="0" sldId="261"/>
            <ac:picMk id="158" creationId="{00000000-0000-0000-0000-000000000000}"/>
          </ac:picMkLst>
        </pc:picChg>
      </pc:sldChg>
      <pc:sldChg chg="addSp delSp modSp mod">
        <pc:chgData name="Daniel Mitchell (PGR)" userId="b9bb6c93-84e7-41da-863e-f9c995c6f935" providerId="ADAL" clId="{03DFD5DE-A79C-C045-B3F3-1AE05C05B9A5}" dt="2023-09-13T15:36:10.829" v="1425" actId="478"/>
        <pc:sldMkLst>
          <pc:docMk/>
          <pc:sldMk cId="0" sldId="270"/>
        </pc:sldMkLst>
        <pc:picChg chg="add del mod">
          <ac:chgData name="Daniel Mitchell (PGR)" userId="b9bb6c93-84e7-41da-863e-f9c995c6f935" providerId="ADAL" clId="{03DFD5DE-A79C-C045-B3F3-1AE05C05B9A5}" dt="2023-09-13T15:36:10.829" v="1425" actId="478"/>
          <ac:picMkLst>
            <pc:docMk/>
            <pc:sldMk cId="0" sldId="270"/>
            <ac:picMk id="3" creationId="{67ADDB8A-DF97-BDF0-FD4A-7B4799685605}"/>
          </ac:picMkLst>
        </pc:picChg>
      </pc:sldChg>
      <pc:sldChg chg="addSp delSp modSp mod">
        <pc:chgData name="Daniel Mitchell (PGR)" userId="b9bb6c93-84e7-41da-863e-f9c995c6f935" providerId="ADAL" clId="{03DFD5DE-A79C-C045-B3F3-1AE05C05B9A5}" dt="2023-10-23T14:50:55.013" v="1839" actId="1076"/>
        <pc:sldMkLst>
          <pc:docMk/>
          <pc:sldMk cId="0" sldId="274"/>
        </pc:sldMkLst>
        <pc:spChg chg="add mod">
          <ac:chgData name="Daniel Mitchell (PGR)" userId="b9bb6c93-84e7-41da-863e-f9c995c6f935" providerId="ADAL" clId="{03DFD5DE-A79C-C045-B3F3-1AE05C05B9A5}" dt="2023-10-23T14:44:06.544" v="1503" actId="1076"/>
          <ac:spMkLst>
            <pc:docMk/>
            <pc:sldMk cId="0" sldId="274"/>
            <ac:spMk id="10" creationId="{F259218C-D3D6-0990-2BBE-D7B5BFE6C1B0}"/>
          </ac:spMkLst>
        </pc:spChg>
        <pc:spChg chg="add del mod">
          <ac:chgData name="Daniel Mitchell (PGR)" userId="b9bb6c93-84e7-41da-863e-f9c995c6f935" providerId="ADAL" clId="{03DFD5DE-A79C-C045-B3F3-1AE05C05B9A5}" dt="2023-10-23T14:42:43.520" v="1453" actId="478"/>
          <ac:spMkLst>
            <pc:docMk/>
            <pc:sldMk cId="0" sldId="274"/>
            <ac:spMk id="11" creationId="{34028070-D1D0-F4ED-A2F4-6B47B4D76AEE}"/>
          </ac:spMkLst>
        </pc:spChg>
        <pc:spChg chg="add mod">
          <ac:chgData name="Daniel Mitchell (PGR)" userId="b9bb6c93-84e7-41da-863e-f9c995c6f935" providerId="ADAL" clId="{03DFD5DE-A79C-C045-B3F3-1AE05C05B9A5}" dt="2023-10-23T14:48:13.848" v="1634" actId="1038"/>
          <ac:spMkLst>
            <pc:docMk/>
            <pc:sldMk cId="0" sldId="274"/>
            <ac:spMk id="12" creationId="{8711BC60-7161-1B7F-7B6D-F32E9F38F6A6}"/>
          </ac:spMkLst>
        </pc:spChg>
        <pc:spChg chg="add mod">
          <ac:chgData name="Daniel Mitchell (PGR)" userId="b9bb6c93-84e7-41da-863e-f9c995c6f935" providerId="ADAL" clId="{03DFD5DE-A79C-C045-B3F3-1AE05C05B9A5}" dt="2023-10-23T14:45:54.812" v="1539" actId="554"/>
          <ac:spMkLst>
            <pc:docMk/>
            <pc:sldMk cId="0" sldId="274"/>
            <ac:spMk id="13" creationId="{38C7EA46-6DE4-CF66-76E1-94E0BDA33D93}"/>
          </ac:spMkLst>
        </pc:spChg>
        <pc:spChg chg="add mod">
          <ac:chgData name="Daniel Mitchell (PGR)" userId="b9bb6c93-84e7-41da-863e-f9c995c6f935" providerId="ADAL" clId="{03DFD5DE-A79C-C045-B3F3-1AE05C05B9A5}" dt="2023-10-23T14:48:13.848" v="1634" actId="1038"/>
          <ac:spMkLst>
            <pc:docMk/>
            <pc:sldMk cId="0" sldId="274"/>
            <ac:spMk id="14" creationId="{0E63F81C-505C-A550-2CEE-5EC4A411753A}"/>
          </ac:spMkLst>
        </pc:spChg>
        <pc:spChg chg="add mod">
          <ac:chgData name="Daniel Mitchell (PGR)" userId="b9bb6c93-84e7-41da-863e-f9c995c6f935" providerId="ADAL" clId="{03DFD5DE-A79C-C045-B3F3-1AE05C05B9A5}" dt="2023-10-23T14:48:13.848" v="1634" actId="1038"/>
          <ac:spMkLst>
            <pc:docMk/>
            <pc:sldMk cId="0" sldId="274"/>
            <ac:spMk id="15" creationId="{D05609FF-E157-5CB4-0612-C498F4B64B4F}"/>
          </ac:spMkLst>
        </pc:spChg>
        <pc:spChg chg="add mod">
          <ac:chgData name="Daniel Mitchell (PGR)" userId="b9bb6c93-84e7-41da-863e-f9c995c6f935" providerId="ADAL" clId="{03DFD5DE-A79C-C045-B3F3-1AE05C05B9A5}" dt="2023-10-23T14:46:26.877" v="1543" actId="554"/>
          <ac:spMkLst>
            <pc:docMk/>
            <pc:sldMk cId="0" sldId="274"/>
            <ac:spMk id="16" creationId="{EC9DDEFF-0E38-0A65-1595-45451BF8C8D2}"/>
          </ac:spMkLst>
        </pc:spChg>
        <pc:spChg chg="add mod">
          <ac:chgData name="Daniel Mitchell (PGR)" userId="b9bb6c93-84e7-41da-863e-f9c995c6f935" providerId="ADAL" clId="{03DFD5DE-A79C-C045-B3F3-1AE05C05B9A5}" dt="2023-10-23T14:46:03.688" v="1540" actId="554"/>
          <ac:spMkLst>
            <pc:docMk/>
            <pc:sldMk cId="0" sldId="274"/>
            <ac:spMk id="17" creationId="{1D6D657C-E5B2-47AC-EC94-973CB0F9F90E}"/>
          </ac:spMkLst>
        </pc:spChg>
        <pc:spChg chg="add mod">
          <ac:chgData name="Daniel Mitchell (PGR)" userId="b9bb6c93-84e7-41da-863e-f9c995c6f935" providerId="ADAL" clId="{03DFD5DE-A79C-C045-B3F3-1AE05C05B9A5}" dt="2023-10-23T14:45:54.812" v="1539" actId="554"/>
          <ac:spMkLst>
            <pc:docMk/>
            <pc:sldMk cId="0" sldId="274"/>
            <ac:spMk id="18" creationId="{89406FD4-A815-C990-C915-807AE6DC68DC}"/>
          </ac:spMkLst>
        </pc:spChg>
        <pc:spChg chg="add mod">
          <ac:chgData name="Daniel Mitchell (PGR)" userId="b9bb6c93-84e7-41da-863e-f9c995c6f935" providerId="ADAL" clId="{03DFD5DE-A79C-C045-B3F3-1AE05C05B9A5}" dt="2023-10-23T14:46:26.877" v="1543" actId="554"/>
          <ac:spMkLst>
            <pc:docMk/>
            <pc:sldMk cId="0" sldId="274"/>
            <ac:spMk id="19" creationId="{EEB783E4-519A-ABC8-9161-7F814D5A3035}"/>
          </ac:spMkLst>
        </pc:spChg>
        <pc:spChg chg="add mod">
          <ac:chgData name="Daniel Mitchell (PGR)" userId="b9bb6c93-84e7-41da-863e-f9c995c6f935" providerId="ADAL" clId="{03DFD5DE-A79C-C045-B3F3-1AE05C05B9A5}" dt="2023-10-23T14:46:03.688" v="1540" actId="554"/>
          <ac:spMkLst>
            <pc:docMk/>
            <pc:sldMk cId="0" sldId="274"/>
            <ac:spMk id="20" creationId="{D97551C7-8416-DD5A-3864-22BDE4304251}"/>
          </ac:spMkLst>
        </pc:spChg>
        <pc:spChg chg="add del mod">
          <ac:chgData name="Daniel Mitchell (PGR)" userId="b9bb6c93-84e7-41da-863e-f9c995c6f935" providerId="ADAL" clId="{03DFD5DE-A79C-C045-B3F3-1AE05C05B9A5}" dt="2023-10-23T14:46:31.943" v="1546"/>
          <ac:spMkLst>
            <pc:docMk/>
            <pc:sldMk cId="0" sldId="274"/>
            <ac:spMk id="21" creationId="{EEDEC95E-851F-CAD5-4B24-6F90C8F4687C}"/>
          </ac:spMkLst>
        </pc:spChg>
        <pc:spChg chg="add mod">
          <ac:chgData name="Daniel Mitchell (PGR)" userId="b9bb6c93-84e7-41da-863e-f9c995c6f935" providerId="ADAL" clId="{03DFD5DE-A79C-C045-B3F3-1AE05C05B9A5}" dt="2023-10-23T14:48:41.242" v="1659" actId="553"/>
          <ac:spMkLst>
            <pc:docMk/>
            <pc:sldMk cId="0" sldId="274"/>
            <ac:spMk id="22" creationId="{BDBF643D-FA3A-567D-A62C-B8780F33EC5C}"/>
          </ac:spMkLst>
        </pc:spChg>
        <pc:spChg chg="add mod">
          <ac:chgData name="Daniel Mitchell (PGR)" userId="b9bb6c93-84e7-41da-863e-f9c995c6f935" providerId="ADAL" clId="{03DFD5DE-A79C-C045-B3F3-1AE05C05B9A5}" dt="2023-10-23T14:48:41.242" v="1659" actId="553"/>
          <ac:spMkLst>
            <pc:docMk/>
            <pc:sldMk cId="0" sldId="274"/>
            <ac:spMk id="23" creationId="{E67BEA26-17DE-E89D-1506-6F015A4E96EE}"/>
          </ac:spMkLst>
        </pc:spChg>
        <pc:spChg chg="add mod">
          <ac:chgData name="Daniel Mitchell (PGR)" userId="b9bb6c93-84e7-41da-863e-f9c995c6f935" providerId="ADAL" clId="{03DFD5DE-A79C-C045-B3F3-1AE05C05B9A5}" dt="2023-10-23T14:48:41.242" v="1659" actId="553"/>
          <ac:spMkLst>
            <pc:docMk/>
            <pc:sldMk cId="0" sldId="274"/>
            <ac:spMk id="24" creationId="{6AFA2697-803B-EBA0-ACC9-EE2F8F70AFE9}"/>
          </ac:spMkLst>
        </pc:spChg>
        <pc:spChg chg="add mod">
          <ac:chgData name="Daniel Mitchell (PGR)" userId="b9bb6c93-84e7-41da-863e-f9c995c6f935" providerId="ADAL" clId="{03DFD5DE-A79C-C045-B3F3-1AE05C05B9A5}" dt="2023-10-23T14:50:11.011" v="1822" actId="1076"/>
          <ac:spMkLst>
            <pc:docMk/>
            <pc:sldMk cId="0" sldId="274"/>
            <ac:spMk id="38" creationId="{DA6CA230-C7BE-9983-3838-1493483E699E}"/>
          </ac:spMkLst>
        </pc:spChg>
        <pc:spChg chg="add mod">
          <ac:chgData name="Daniel Mitchell (PGR)" userId="b9bb6c93-84e7-41da-863e-f9c995c6f935" providerId="ADAL" clId="{03DFD5DE-A79C-C045-B3F3-1AE05C05B9A5}" dt="2023-10-23T14:50:46.220" v="1835" actId="1076"/>
          <ac:spMkLst>
            <pc:docMk/>
            <pc:sldMk cId="0" sldId="274"/>
            <ac:spMk id="39" creationId="{E9BCA0C1-F86A-F068-4553-0BE7C43340DC}"/>
          </ac:spMkLst>
        </pc:spChg>
        <pc:spChg chg="mod">
          <ac:chgData name="Daniel Mitchell (PGR)" userId="b9bb6c93-84e7-41da-863e-f9c995c6f935" providerId="ADAL" clId="{03DFD5DE-A79C-C045-B3F3-1AE05C05B9A5}" dt="2023-10-23T14:41:35.485" v="1428" actId="1076"/>
          <ac:spMkLst>
            <pc:docMk/>
            <pc:sldMk cId="0" sldId="274"/>
            <ac:spMk id="137" creationId="{00000000-0000-0000-0000-000000000000}"/>
          </ac:spMkLst>
        </pc:spChg>
        <pc:spChg chg="del">
          <ac:chgData name="Daniel Mitchell (PGR)" userId="b9bb6c93-84e7-41da-863e-f9c995c6f935" providerId="ADAL" clId="{03DFD5DE-A79C-C045-B3F3-1AE05C05B9A5}" dt="2023-10-23T14:41:37.331" v="1429" actId="478"/>
          <ac:spMkLst>
            <pc:docMk/>
            <pc:sldMk cId="0" sldId="274"/>
            <ac:spMk id="138" creationId="{00000000-0000-0000-0000-000000000000}"/>
          </ac:spMkLst>
        </pc:spChg>
        <pc:graphicFrameChg chg="add mod modGraphic">
          <ac:chgData name="Daniel Mitchell (PGR)" userId="b9bb6c93-84e7-41da-863e-f9c995c6f935" providerId="ADAL" clId="{03DFD5DE-A79C-C045-B3F3-1AE05C05B9A5}" dt="2023-10-23T14:50:55.013" v="1839" actId="1076"/>
          <ac:graphicFrameMkLst>
            <pc:docMk/>
            <pc:sldMk cId="0" sldId="274"/>
            <ac:graphicFrameMk id="40" creationId="{9F0B7FDF-B7C6-17D1-ED30-1F011BFF50F9}"/>
          </ac:graphicFrameMkLst>
        </pc:graphicFrameChg>
        <pc:picChg chg="add mod">
          <ac:chgData name="Daniel Mitchell (PGR)" userId="b9bb6c93-84e7-41da-863e-f9c995c6f935" providerId="ADAL" clId="{03DFD5DE-A79C-C045-B3F3-1AE05C05B9A5}" dt="2023-10-23T14:42:27.913" v="1436" actId="1076"/>
          <ac:picMkLst>
            <pc:docMk/>
            <pc:sldMk cId="0" sldId="274"/>
            <ac:picMk id="3" creationId="{1F375EF8-E5DF-3F84-EE79-3A01B3572E7D}"/>
          </ac:picMkLst>
        </pc:picChg>
        <pc:picChg chg="add mod">
          <ac:chgData name="Daniel Mitchell (PGR)" userId="b9bb6c93-84e7-41da-863e-f9c995c6f935" providerId="ADAL" clId="{03DFD5DE-A79C-C045-B3F3-1AE05C05B9A5}" dt="2023-10-23T14:48:17.005" v="1640" actId="1037"/>
          <ac:picMkLst>
            <pc:docMk/>
            <pc:sldMk cId="0" sldId="274"/>
            <ac:picMk id="5" creationId="{81DDDC0D-89DC-9F6B-890A-308DDD88BD51}"/>
          </ac:picMkLst>
        </pc:picChg>
        <pc:picChg chg="add del mod">
          <ac:chgData name="Daniel Mitchell (PGR)" userId="b9bb6c93-84e7-41da-863e-f9c995c6f935" providerId="ADAL" clId="{03DFD5DE-A79C-C045-B3F3-1AE05C05B9A5}" dt="2023-10-23T14:45:02.378" v="1515" actId="478"/>
          <ac:picMkLst>
            <pc:docMk/>
            <pc:sldMk cId="0" sldId="274"/>
            <ac:picMk id="7" creationId="{DA73DE64-AAE7-FC0D-F037-3B2E5D88B702}"/>
          </ac:picMkLst>
        </pc:picChg>
        <pc:picChg chg="add mod">
          <ac:chgData name="Daniel Mitchell (PGR)" userId="b9bb6c93-84e7-41da-863e-f9c995c6f935" providerId="ADAL" clId="{03DFD5DE-A79C-C045-B3F3-1AE05C05B9A5}" dt="2023-10-23T14:42:20.318" v="1434" actId="1076"/>
          <ac:picMkLst>
            <pc:docMk/>
            <pc:sldMk cId="0" sldId="274"/>
            <ac:picMk id="9" creationId="{176D876D-5CB3-A6C3-E209-A3BF01458838}"/>
          </ac:picMkLst>
        </pc:picChg>
        <pc:picChg chg="add mod">
          <ac:chgData name="Daniel Mitchell (PGR)" userId="b9bb6c93-84e7-41da-863e-f9c995c6f935" providerId="ADAL" clId="{03DFD5DE-A79C-C045-B3F3-1AE05C05B9A5}" dt="2023-10-23T14:48:04.197" v="1618" actId="1037"/>
          <ac:picMkLst>
            <pc:docMk/>
            <pc:sldMk cId="0" sldId="274"/>
            <ac:picMk id="1026" creationId="{C1355B6E-249C-38C7-17DB-64EA3B560C86}"/>
          </ac:picMkLst>
        </pc:picChg>
        <pc:cxnChg chg="add mod">
          <ac:chgData name="Daniel Mitchell (PGR)" userId="b9bb6c93-84e7-41da-863e-f9c995c6f935" providerId="ADAL" clId="{03DFD5DE-A79C-C045-B3F3-1AE05C05B9A5}" dt="2023-10-23T14:47:41.834" v="1600" actId="14100"/>
          <ac:cxnSpMkLst>
            <pc:docMk/>
            <pc:sldMk cId="0" sldId="274"/>
            <ac:cxnSpMk id="25" creationId="{2805A2BB-3275-3706-713A-0C08F305C452}"/>
          </ac:cxnSpMkLst>
        </pc:cxnChg>
        <pc:cxnChg chg="add mod">
          <ac:chgData name="Daniel Mitchell (PGR)" userId="b9bb6c93-84e7-41da-863e-f9c995c6f935" providerId="ADAL" clId="{03DFD5DE-A79C-C045-B3F3-1AE05C05B9A5}" dt="2023-10-23T14:48:07.455" v="1619" actId="14100"/>
          <ac:cxnSpMkLst>
            <pc:docMk/>
            <pc:sldMk cId="0" sldId="274"/>
            <ac:cxnSpMk id="29" creationId="{141FCE31-2E29-E2E9-E69A-7D60E41B665B}"/>
          </ac:cxnSpMkLst>
        </pc:cxnChg>
        <pc:cxnChg chg="add mod">
          <ac:chgData name="Daniel Mitchell (PGR)" userId="b9bb6c93-84e7-41da-863e-f9c995c6f935" providerId="ADAL" clId="{03DFD5DE-A79C-C045-B3F3-1AE05C05B9A5}" dt="2023-10-23T14:48:23.466" v="1641" actId="14100"/>
          <ac:cxnSpMkLst>
            <pc:docMk/>
            <pc:sldMk cId="0" sldId="274"/>
            <ac:cxnSpMk id="32" creationId="{4E0F0E5E-40C4-4501-923D-CFC906D3420F}"/>
          </ac:cxnSpMkLst>
        </pc:cxnChg>
      </pc:sldChg>
      <pc:sldChg chg="addSp delSp modSp new mod">
        <pc:chgData name="Daniel Mitchell (PGR)" userId="b9bb6c93-84e7-41da-863e-f9c995c6f935" providerId="ADAL" clId="{03DFD5DE-A79C-C045-B3F3-1AE05C05B9A5}" dt="2023-09-13T15:34:36.990" v="1420" actId="113"/>
        <pc:sldMkLst>
          <pc:docMk/>
          <pc:sldMk cId="3072341270" sldId="302"/>
        </pc:sldMkLst>
        <pc:spChg chg="mod">
          <ac:chgData name="Daniel Mitchell (PGR)" userId="b9bb6c93-84e7-41da-863e-f9c995c6f935" providerId="ADAL" clId="{03DFD5DE-A79C-C045-B3F3-1AE05C05B9A5}" dt="2023-09-13T15:17:27.219" v="19" actId="14100"/>
          <ac:spMkLst>
            <pc:docMk/>
            <pc:sldMk cId="3072341270" sldId="302"/>
            <ac:spMk id="2" creationId="{35091A38-DF8D-6DEC-9C42-DD96278F2387}"/>
          </ac:spMkLst>
        </pc:spChg>
        <pc:spChg chg="del">
          <ac:chgData name="Daniel Mitchell (PGR)" userId="b9bb6c93-84e7-41da-863e-f9c995c6f935" providerId="ADAL" clId="{03DFD5DE-A79C-C045-B3F3-1AE05C05B9A5}" dt="2023-09-13T15:17:28.892" v="20" actId="478"/>
          <ac:spMkLst>
            <pc:docMk/>
            <pc:sldMk cId="3072341270" sldId="302"/>
            <ac:spMk id="3" creationId="{4AD84607-DAA0-2BD0-B7DA-913B3387DAAD}"/>
          </ac:spMkLst>
        </pc:spChg>
        <pc:spChg chg="add mod">
          <ac:chgData name="Daniel Mitchell (PGR)" userId="b9bb6c93-84e7-41da-863e-f9c995c6f935" providerId="ADAL" clId="{03DFD5DE-A79C-C045-B3F3-1AE05C05B9A5}" dt="2023-09-13T15:18:41.388" v="86" actId="1076"/>
          <ac:spMkLst>
            <pc:docMk/>
            <pc:sldMk cId="3072341270" sldId="302"/>
            <ac:spMk id="8" creationId="{7CA25691-FEE1-43DE-6147-4423D87D0B8B}"/>
          </ac:spMkLst>
        </pc:spChg>
        <pc:spChg chg="add del mod">
          <ac:chgData name="Daniel Mitchell (PGR)" userId="b9bb6c93-84e7-41da-863e-f9c995c6f935" providerId="ADAL" clId="{03DFD5DE-A79C-C045-B3F3-1AE05C05B9A5}" dt="2023-09-13T15:19:22.101" v="152" actId="478"/>
          <ac:spMkLst>
            <pc:docMk/>
            <pc:sldMk cId="3072341270" sldId="302"/>
            <ac:spMk id="10" creationId="{5DF505F7-BA1D-2759-09A0-A0D32892C3BA}"/>
          </ac:spMkLst>
        </pc:spChg>
        <pc:spChg chg="add mod">
          <ac:chgData name="Daniel Mitchell (PGR)" userId="b9bb6c93-84e7-41da-863e-f9c995c6f935" providerId="ADAL" clId="{03DFD5DE-A79C-C045-B3F3-1AE05C05B9A5}" dt="2023-09-13T15:23:25.863" v="417" actId="207"/>
          <ac:spMkLst>
            <pc:docMk/>
            <pc:sldMk cId="3072341270" sldId="302"/>
            <ac:spMk id="11" creationId="{DA967FFF-3555-4E2F-09A3-A462032B967D}"/>
          </ac:spMkLst>
        </pc:spChg>
        <pc:spChg chg="add mod">
          <ac:chgData name="Daniel Mitchell (PGR)" userId="b9bb6c93-84e7-41da-863e-f9c995c6f935" providerId="ADAL" clId="{03DFD5DE-A79C-C045-B3F3-1AE05C05B9A5}" dt="2023-09-13T15:33:33.024" v="1402" actId="207"/>
          <ac:spMkLst>
            <pc:docMk/>
            <pc:sldMk cId="3072341270" sldId="302"/>
            <ac:spMk id="12" creationId="{8C0AAC5A-F1BA-46DF-1F57-EAA51F22A11F}"/>
          </ac:spMkLst>
        </pc:spChg>
        <pc:spChg chg="add mod">
          <ac:chgData name="Daniel Mitchell (PGR)" userId="b9bb6c93-84e7-41da-863e-f9c995c6f935" providerId="ADAL" clId="{03DFD5DE-A79C-C045-B3F3-1AE05C05B9A5}" dt="2023-09-13T15:23:33.980" v="418" actId="207"/>
          <ac:spMkLst>
            <pc:docMk/>
            <pc:sldMk cId="3072341270" sldId="302"/>
            <ac:spMk id="13" creationId="{1614AB52-5614-CA01-34C0-7BBFFD638338}"/>
          </ac:spMkLst>
        </pc:spChg>
        <pc:spChg chg="add mod">
          <ac:chgData name="Daniel Mitchell (PGR)" userId="b9bb6c93-84e7-41da-863e-f9c995c6f935" providerId="ADAL" clId="{03DFD5DE-A79C-C045-B3F3-1AE05C05B9A5}" dt="2023-09-13T15:34:17.625" v="1408" actId="113"/>
          <ac:spMkLst>
            <pc:docMk/>
            <pc:sldMk cId="3072341270" sldId="302"/>
            <ac:spMk id="27" creationId="{B0E50DAA-A6C1-CDD2-38E7-683595AAEC30}"/>
          </ac:spMkLst>
        </pc:spChg>
        <pc:spChg chg="add mod">
          <ac:chgData name="Daniel Mitchell (PGR)" userId="b9bb6c93-84e7-41da-863e-f9c995c6f935" providerId="ADAL" clId="{03DFD5DE-A79C-C045-B3F3-1AE05C05B9A5}" dt="2023-09-13T15:33:28.191" v="1401" actId="207"/>
          <ac:spMkLst>
            <pc:docMk/>
            <pc:sldMk cId="3072341270" sldId="302"/>
            <ac:spMk id="28" creationId="{0B65E81E-A572-F751-5BD6-4FF8D3815618}"/>
          </ac:spMkLst>
        </pc:spChg>
        <pc:spChg chg="add del mod">
          <ac:chgData name="Daniel Mitchell (PGR)" userId="b9bb6c93-84e7-41da-863e-f9c995c6f935" providerId="ADAL" clId="{03DFD5DE-A79C-C045-B3F3-1AE05C05B9A5}" dt="2023-09-13T15:24:05.889" v="426" actId="478"/>
          <ac:spMkLst>
            <pc:docMk/>
            <pc:sldMk cId="3072341270" sldId="302"/>
            <ac:spMk id="29" creationId="{72231A4B-27FA-39A8-2DCD-279ADF6006A5}"/>
          </ac:spMkLst>
        </pc:spChg>
        <pc:spChg chg="add del mod">
          <ac:chgData name="Daniel Mitchell (PGR)" userId="b9bb6c93-84e7-41da-863e-f9c995c6f935" providerId="ADAL" clId="{03DFD5DE-A79C-C045-B3F3-1AE05C05B9A5}" dt="2023-09-13T15:25:05.676" v="601"/>
          <ac:spMkLst>
            <pc:docMk/>
            <pc:sldMk cId="3072341270" sldId="302"/>
            <ac:spMk id="30" creationId="{DD30258B-1C70-634F-B5A1-D7F482BF255C}"/>
          </ac:spMkLst>
        </pc:spChg>
        <pc:spChg chg="add mod">
          <ac:chgData name="Daniel Mitchell (PGR)" userId="b9bb6c93-84e7-41da-863e-f9c995c6f935" providerId="ADAL" clId="{03DFD5DE-A79C-C045-B3F3-1AE05C05B9A5}" dt="2023-09-13T15:34:30.320" v="1416" actId="113"/>
          <ac:spMkLst>
            <pc:docMk/>
            <pc:sldMk cId="3072341270" sldId="302"/>
            <ac:spMk id="31" creationId="{93109E60-AC31-EAE5-7C50-37290459B4E9}"/>
          </ac:spMkLst>
        </pc:spChg>
        <pc:spChg chg="add mod">
          <ac:chgData name="Daniel Mitchell (PGR)" userId="b9bb6c93-84e7-41da-863e-f9c995c6f935" providerId="ADAL" clId="{03DFD5DE-A79C-C045-B3F3-1AE05C05B9A5}" dt="2023-09-13T15:26:23.101" v="733" actId="14100"/>
          <ac:spMkLst>
            <pc:docMk/>
            <pc:sldMk cId="3072341270" sldId="302"/>
            <ac:spMk id="32" creationId="{B855B8D5-421A-65EF-172D-1A5B9AD8CD40}"/>
          </ac:spMkLst>
        </pc:spChg>
        <pc:spChg chg="add mod">
          <ac:chgData name="Daniel Mitchell (PGR)" userId="b9bb6c93-84e7-41da-863e-f9c995c6f935" providerId="ADAL" clId="{03DFD5DE-A79C-C045-B3F3-1AE05C05B9A5}" dt="2023-09-13T15:26:57.611" v="744" actId="14100"/>
          <ac:spMkLst>
            <pc:docMk/>
            <pc:sldMk cId="3072341270" sldId="302"/>
            <ac:spMk id="34" creationId="{152F2F7C-40B1-6AF1-A075-40440BC22C25}"/>
          </ac:spMkLst>
        </pc:spChg>
        <pc:spChg chg="add del mod">
          <ac:chgData name="Daniel Mitchell (PGR)" userId="b9bb6c93-84e7-41da-863e-f9c995c6f935" providerId="ADAL" clId="{03DFD5DE-A79C-C045-B3F3-1AE05C05B9A5}" dt="2023-09-13T15:30:45.226" v="1100"/>
          <ac:spMkLst>
            <pc:docMk/>
            <pc:sldMk cId="3072341270" sldId="302"/>
            <ac:spMk id="37" creationId="{AACEC68A-B58E-86B4-64A5-257D95CDDECB}"/>
          </ac:spMkLst>
        </pc:spChg>
        <pc:spChg chg="add mod">
          <ac:chgData name="Daniel Mitchell (PGR)" userId="b9bb6c93-84e7-41da-863e-f9c995c6f935" providerId="ADAL" clId="{03DFD5DE-A79C-C045-B3F3-1AE05C05B9A5}" dt="2023-09-13T15:34:36.990" v="1420" actId="113"/>
          <ac:spMkLst>
            <pc:docMk/>
            <pc:sldMk cId="3072341270" sldId="302"/>
            <ac:spMk id="38" creationId="{1138209F-0D5E-4E68-FBDC-B52F74B517E9}"/>
          </ac:spMkLst>
        </pc:spChg>
        <pc:spChg chg="add del mod">
          <ac:chgData name="Daniel Mitchell (PGR)" userId="b9bb6c93-84e7-41da-863e-f9c995c6f935" providerId="ADAL" clId="{03DFD5DE-A79C-C045-B3F3-1AE05C05B9A5}" dt="2023-09-13T15:30:50.045" v="1108"/>
          <ac:spMkLst>
            <pc:docMk/>
            <pc:sldMk cId="3072341270" sldId="302"/>
            <ac:spMk id="39" creationId="{54F82232-ECDD-5254-E31D-2CFFF1759293}"/>
          </ac:spMkLst>
        </pc:spChg>
        <pc:spChg chg="add mod">
          <ac:chgData name="Daniel Mitchell (PGR)" userId="b9bb6c93-84e7-41da-863e-f9c995c6f935" providerId="ADAL" clId="{03DFD5DE-A79C-C045-B3F3-1AE05C05B9A5}" dt="2023-09-13T15:32:57.185" v="1147" actId="692"/>
          <ac:spMkLst>
            <pc:docMk/>
            <pc:sldMk cId="3072341270" sldId="302"/>
            <ac:spMk id="40" creationId="{AAEFF4A6-04B1-790D-F41B-13909E3103F0}"/>
          </ac:spMkLst>
        </pc:spChg>
        <pc:spChg chg="add del mod">
          <ac:chgData name="Daniel Mitchell (PGR)" userId="b9bb6c93-84e7-41da-863e-f9c995c6f935" providerId="ADAL" clId="{03DFD5DE-A79C-C045-B3F3-1AE05C05B9A5}" dt="2023-09-13T15:32:48.756" v="1146" actId="692"/>
          <ac:spMkLst>
            <pc:docMk/>
            <pc:sldMk cId="3072341270" sldId="302"/>
            <ac:spMk id="41" creationId="{3A75BEB3-99A3-EBC3-3F7B-6DB9140B76C3}"/>
          </ac:spMkLst>
        </pc:spChg>
        <pc:spChg chg="add mod">
          <ac:chgData name="Daniel Mitchell (PGR)" userId="b9bb6c93-84e7-41da-863e-f9c995c6f935" providerId="ADAL" clId="{03DFD5DE-A79C-C045-B3F3-1AE05C05B9A5}" dt="2023-09-13T15:33:11.845" v="1149" actId="692"/>
          <ac:spMkLst>
            <pc:docMk/>
            <pc:sldMk cId="3072341270" sldId="302"/>
            <ac:spMk id="45" creationId="{4A9AA48F-21EA-713E-1C20-376291CCEAB7}"/>
          </ac:spMkLst>
        </pc:spChg>
        <pc:picChg chg="add mod">
          <ac:chgData name="Daniel Mitchell (PGR)" userId="b9bb6c93-84e7-41da-863e-f9c995c6f935" providerId="ADAL" clId="{03DFD5DE-A79C-C045-B3F3-1AE05C05B9A5}" dt="2023-09-13T15:18:45.149" v="89" actId="1076"/>
          <ac:picMkLst>
            <pc:docMk/>
            <pc:sldMk cId="3072341270" sldId="302"/>
            <ac:picMk id="5" creationId="{A2D06106-33E4-372D-54B5-0306C35F8FB6}"/>
          </ac:picMkLst>
        </pc:picChg>
        <pc:picChg chg="add mod modCrop">
          <ac:chgData name="Daniel Mitchell (PGR)" userId="b9bb6c93-84e7-41da-863e-f9c995c6f935" providerId="ADAL" clId="{03DFD5DE-A79C-C045-B3F3-1AE05C05B9A5}" dt="2023-09-13T15:26:48.771" v="742" actId="1076"/>
          <ac:picMkLst>
            <pc:docMk/>
            <pc:sldMk cId="3072341270" sldId="302"/>
            <ac:picMk id="7" creationId="{9BF11669-7B3F-39A1-BE01-9DEA46310752}"/>
          </ac:picMkLst>
        </pc:picChg>
        <pc:picChg chg="add del mod">
          <ac:chgData name="Daniel Mitchell (PGR)" userId="b9bb6c93-84e7-41da-863e-f9c995c6f935" providerId="ADAL" clId="{03DFD5DE-A79C-C045-B3F3-1AE05C05B9A5}" dt="2023-09-13T15:18:43.674" v="88" actId="478"/>
          <ac:picMkLst>
            <pc:docMk/>
            <pc:sldMk cId="3072341270" sldId="302"/>
            <ac:picMk id="9" creationId="{49325A68-3B0D-1F3A-9586-4DFE94665398}"/>
          </ac:picMkLst>
        </pc:picChg>
        <pc:cxnChg chg="add mod">
          <ac:chgData name="Daniel Mitchell (PGR)" userId="b9bb6c93-84e7-41da-863e-f9c995c6f935" providerId="ADAL" clId="{03DFD5DE-A79C-C045-B3F3-1AE05C05B9A5}" dt="2023-09-13T15:20:55.735" v="214" actId="14100"/>
          <ac:cxnSpMkLst>
            <pc:docMk/>
            <pc:sldMk cId="3072341270" sldId="302"/>
            <ac:cxnSpMk id="15" creationId="{92ACEA52-92BE-13EB-F966-679A8B1346A5}"/>
          </ac:cxnSpMkLst>
        </pc:cxnChg>
        <pc:cxnChg chg="add mod">
          <ac:chgData name="Daniel Mitchell (PGR)" userId="b9bb6c93-84e7-41da-863e-f9c995c6f935" providerId="ADAL" clId="{03DFD5DE-A79C-C045-B3F3-1AE05C05B9A5}" dt="2023-09-13T15:20:53.734" v="213" actId="14100"/>
          <ac:cxnSpMkLst>
            <pc:docMk/>
            <pc:sldMk cId="3072341270" sldId="302"/>
            <ac:cxnSpMk id="16" creationId="{3F0D257A-CA43-D08E-E5BD-9223A8E09265}"/>
          </ac:cxnSpMkLst>
        </pc:cxnChg>
        <pc:cxnChg chg="add del mod">
          <ac:chgData name="Daniel Mitchell (PGR)" userId="b9bb6c93-84e7-41da-863e-f9c995c6f935" providerId="ADAL" clId="{03DFD5DE-A79C-C045-B3F3-1AE05C05B9A5}" dt="2023-09-13T15:26:27.622" v="735" actId="478"/>
          <ac:cxnSpMkLst>
            <pc:docMk/>
            <pc:sldMk cId="3072341270" sldId="302"/>
            <ac:cxnSpMk id="33" creationId="{D3FB64C8-0269-5D34-50D8-59673A9B022B}"/>
          </ac:cxnSpMkLst>
        </pc:cxnChg>
        <pc:cxnChg chg="add mod">
          <ac:chgData name="Daniel Mitchell (PGR)" userId="b9bb6c93-84e7-41da-863e-f9c995c6f935" providerId="ADAL" clId="{03DFD5DE-A79C-C045-B3F3-1AE05C05B9A5}" dt="2023-09-13T15:27:24.684" v="748" actId="692"/>
          <ac:cxnSpMkLst>
            <pc:docMk/>
            <pc:sldMk cId="3072341270" sldId="302"/>
            <ac:cxnSpMk id="36" creationId="{91AD8ED2-C2DC-C1F6-F200-FD39DD5F7B63}"/>
          </ac:cxnSpMkLst>
        </pc:cxnChg>
        <pc:cxnChg chg="add del mod">
          <ac:chgData name="Daniel Mitchell (PGR)" userId="b9bb6c93-84e7-41da-863e-f9c995c6f935" providerId="ADAL" clId="{03DFD5DE-A79C-C045-B3F3-1AE05C05B9A5}" dt="2023-09-13T15:32:25.971" v="1144" actId="478"/>
          <ac:cxnSpMkLst>
            <pc:docMk/>
            <pc:sldMk cId="3072341270" sldId="302"/>
            <ac:cxnSpMk id="42" creationId="{3A1159BD-6E5F-A6FD-1EFF-ED19A4E27C2A}"/>
          </ac:cxnSpMkLst>
        </pc:cxnChg>
      </pc:sldChg>
      <pc:sldChg chg="addSp delSp modSp add mod modAnim">
        <pc:chgData name="Daniel Mitchell (PGR)" userId="b9bb6c93-84e7-41da-863e-f9c995c6f935" providerId="ADAL" clId="{03DFD5DE-A79C-C045-B3F3-1AE05C05B9A5}" dt="2023-10-23T15:03:03.992" v="2511"/>
        <pc:sldMkLst>
          <pc:docMk/>
          <pc:sldMk cId="1735105660" sldId="303"/>
        </pc:sldMkLst>
        <pc:spChg chg="add del">
          <ac:chgData name="Daniel Mitchell (PGR)" userId="b9bb6c93-84e7-41da-863e-f9c995c6f935" providerId="ADAL" clId="{03DFD5DE-A79C-C045-B3F3-1AE05C05B9A5}" dt="2023-10-23T15:00:41.878" v="2435" actId="11529"/>
          <ac:spMkLst>
            <pc:docMk/>
            <pc:sldMk cId="1735105660" sldId="303"/>
            <ac:spMk id="2" creationId="{C5CA573C-AA41-6448-F2F7-2D01FDEAA843}"/>
          </ac:spMkLst>
        </pc:spChg>
        <pc:spChg chg="add mod">
          <ac:chgData name="Daniel Mitchell (PGR)" userId="b9bb6c93-84e7-41da-863e-f9c995c6f935" providerId="ADAL" clId="{03DFD5DE-A79C-C045-B3F3-1AE05C05B9A5}" dt="2023-10-23T15:01:45.006" v="2480" actId="207"/>
          <ac:spMkLst>
            <pc:docMk/>
            <pc:sldMk cId="1735105660" sldId="303"/>
            <ac:spMk id="3" creationId="{27B87217-6F07-988F-48A2-E22056DBA561}"/>
          </ac:spMkLst>
        </pc:spChg>
        <pc:spChg chg="add mod">
          <ac:chgData name="Daniel Mitchell (PGR)" userId="b9bb6c93-84e7-41da-863e-f9c995c6f935" providerId="ADAL" clId="{03DFD5DE-A79C-C045-B3F3-1AE05C05B9A5}" dt="2023-10-23T15:01:52.905" v="2481" actId="207"/>
          <ac:spMkLst>
            <pc:docMk/>
            <pc:sldMk cId="1735105660" sldId="303"/>
            <ac:spMk id="4" creationId="{8B07281D-025B-BB6A-221F-4C7A3CCC70FD}"/>
          </ac:spMkLst>
        </pc:spChg>
        <pc:spChg chg="add mod">
          <ac:chgData name="Daniel Mitchell (PGR)" userId="b9bb6c93-84e7-41da-863e-f9c995c6f935" providerId="ADAL" clId="{03DFD5DE-A79C-C045-B3F3-1AE05C05B9A5}" dt="2023-10-23T15:02:04.610" v="2482" actId="207"/>
          <ac:spMkLst>
            <pc:docMk/>
            <pc:sldMk cId="1735105660" sldId="303"/>
            <ac:spMk id="5" creationId="{7388A69C-D23D-385C-B96E-5EC313EFDDEE}"/>
          </ac:spMkLst>
        </pc:spChg>
        <pc:spChg chg="add mod">
          <ac:chgData name="Daniel Mitchell (PGR)" userId="b9bb6c93-84e7-41da-863e-f9c995c6f935" providerId="ADAL" clId="{03DFD5DE-A79C-C045-B3F3-1AE05C05B9A5}" dt="2023-10-23T15:02:23.783" v="2506" actId="1076"/>
          <ac:spMkLst>
            <pc:docMk/>
            <pc:sldMk cId="1735105660" sldId="303"/>
            <ac:spMk id="6" creationId="{77A21289-5D89-0B28-D33A-F55F8DAE2972}"/>
          </ac:spMkLst>
        </pc:spChg>
        <pc:spChg chg="mod">
          <ac:chgData name="Daniel Mitchell (PGR)" userId="b9bb6c93-84e7-41da-863e-f9c995c6f935" providerId="ADAL" clId="{03DFD5DE-A79C-C045-B3F3-1AE05C05B9A5}" dt="2023-10-23T14:55:33.987" v="1902" actId="403"/>
          <ac:spMkLst>
            <pc:docMk/>
            <pc:sldMk cId="1735105660" sldId="303"/>
            <ac:spMk id="148" creationId="{00000000-0000-0000-0000-000000000000}"/>
          </ac:spMkLst>
        </pc:spChg>
        <pc:spChg chg="mod">
          <ac:chgData name="Daniel Mitchell (PGR)" userId="b9bb6c93-84e7-41da-863e-f9c995c6f935" providerId="ADAL" clId="{03DFD5DE-A79C-C045-B3F3-1AE05C05B9A5}" dt="2023-10-23T15:02:11.526" v="2484" actId="20577"/>
          <ac:spMkLst>
            <pc:docMk/>
            <pc:sldMk cId="1735105660" sldId="303"/>
            <ac:spMk id="149" creationId="{00000000-0000-0000-0000-000000000000}"/>
          </ac:spMkLst>
        </pc:spChg>
        <pc:picChg chg="add mod">
          <ac:chgData name="Daniel Mitchell (PGR)" userId="b9bb6c93-84e7-41da-863e-f9c995c6f935" providerId="ADAL" clId="{03DFD5DE-A79C-C045-B3F3-1AE05C05B9A5}" dt="2023-10-23T14:59:57.912" v="2420" actId="1076"/>
          <ac:picMkLst>
            <pc:docMk/>
            <pc:sldMk cId="1735105660" sldId="303"/>
            <ac:picMk id="3074" creationId="{581C9CF8-40CA-FCFF-A26B-1BDA9410FC74}"/>
          </ac:picMkLst>
        </pc:picChg>
      </pc:sldChg>
      <pc:sldChg chg="add del">
        <pc:chgData name="Daniel Mitchell (PGR)" userId="b9bb6c93-84e7-41da-863e-f9c995c6f935" providerId="ADAL" clId="{03DFD5DE-A79C-C045-B3F3-1AE05C05B9A5}" dt="2023-10-23T14:55:12.978" v="1871" actId="2696"/>
        <pc:sldMkLst>
          <pc:docMk/>
          <pc:sldMk cId="3652824710" sldId="303"/>
        </pc:sldMkLst>
      </pc:sldChg>
      <pc:sldChg chg="addSp delSp modSp new mod">
        <pc:chgData name="Daniel Mitchell (PGR)" userId="b9bb6c93-84e7-41da-863e-f9c995c6f935" providerId="ADAL" clId="{03DFD5DE-A79C-C045-B3F3-1AE05C05B9A5}" dt="2023-10-23T15:08:41.488" v="2991" actId="20577"/>
        <pc:sldMkLst>
          <pc:docMk/>
          <pc:sldMk cId="2404468578" sldId="304"/>
        </pc:sldMkLst>
        <pc:spChg chg="mod">
          <ac:chgData name="Daniel Mitchell (PGR)" userId="b9bb6c93-84e7-41da-863e-f9c995c6f935" providerId="ADAL" clId="{03DFD5DE-A79C-C045-B3F3-1AE05C05B9A5}" dt="2023-10-23T15:04:29.316" v="2535" actId="404"/>
          <ac:spMkLst>
            <pc:docMk/>
            <pc:sldMk cId="2404468578" sldId="304"/>
            <ac:spMk id="2" creationId="{2517793B-CBED-A7E9-0DB5-9B2E1C1C38FE}"/>
          </ac:spMkLst>
        </pc:spChg>
        <pc:spChg chg="mod">
          <ac:chgData name="Daniel Mitchell (PGR)" userId="b9bb6c93-84e7-41da-863e-f9c995c6f935" providerId="ADAL" clId="{03DFD5DE-A79C-C045-B3F3-1AE05C05B9A5}" dt="2023-10-23T15:08:41.488" v="2991" actId="20577"/>
          <ac:spMkLst>
            <pc:docMk/>
            <pc:sldMk cId="2404468578" sldId="304"/>
            <ac:spMk id="3" creationId="{11B945E1-AA67-30DF-1270-206A8422112F}"/>
          </ac:spMkLst>
        </pc:spChg>
        <pc:spChg chg="add del">
          <ac:chgData name="Daniel Mitchell (PGR)" userId="b9bb6c93-84e7-41da-863e-f9c995c6f935" providerId="ADAL" clId="{03DFD5DE-A79C-C045-B3F3-1AE05C05B9A5}" dt="2023-10-23T15:06:08" v="2725" actId="478"/>
          <ac:spMkLst>
            <pc:docMk/>
            <pc:sldMk cId="2404468578" sldId="304"/>
            <ac:spMk id="4" creationId="{DAA95599-5507-684E-6A7F-A784291D216A}"/>
          </ac:spMkLst>
        </pc:spChg>
        <pc:spChg chg="add mod">
          <ac:chgData name="Daniel Mitchell (PGR)" userId="b9bb6c93-84e7-41da-863e-f9c995c6f935" providerId="ADAL" clId="{03DFD5DE-A79C-C045-B3F3-1AE05C05B9A5}" dt="2023-10-23T15:08:08.611" v="2978" actId="1076"/>
          <ac:spMkLst>
            <pc:docMk/>
            <pc:sldMk cId="2404468578" sldId="304"/>
            <ac:spMk id="6" creationId="{4A5B5599-C4D6-79D9-EFDC-BEB87C42D1C9}"/>
          </ac:spMkLst>
        </pc:spChg>
        <pc:spChg chg="add mod">
          <ac:chgData name="Daniel Mitchell (PGR)" userId="b9bb6c93-84e7-41da-863e-f9c995c6f935" providerId="ADAL" clId="{03DFD5DE-A79C-C045-B3F3-1AE05C05B9A5}" dt="2023-10-23T15:08:12.002" v="2979" actId="1076"/>
          <ac:spMkLst>
            <pc:docMk/>
            <pc:sldMk cId="2404468578" sldId="304"/>
            <ac:spMk id="7" creationId="{2600FF78-9C2D-CEE4-8411-00380DE37D97}"/>
          </ac:spMkLst>
        </pc:spChg>
        <pc:spChg chg="add mod">
          <ac:chgData name="Daniel Mitchell (PGR)" userId="b9bb6c93-84e7-41da-863e-f9c995c6f935" providerId="ADAL" clId="{03DFD5DE-A79C-C045-B3F3-1AE05C05B9A5}" dt="2023-10-23T15:08:14.475" v="2980" actId="1076"/>
          <ac:spMkLst>
            <pc:docMk/>
            <pc:sldMk cId="2404468578" sldId="304"/>
            <ac:spMk id="8" creationId="{2E3DFD90-F3EF-ECEF-72D3-372A65DAA12D}"/>
          </ac:spMkLst>
        </pc:spChg>
        <pc:spChg chg="add mod">
          <ac:chgData name="Daniel Mitchell (PGR)" userId="b9bb6c93-84e7-41da-863e-f9c995c6f935" providerId="ADAL" clId="{03DFD5DE-A79C-C045-B3F3-1AE05C05B9A5}" dt="2023-10-23T15:08:17.207" v="2981" actId="1076"/>
          <ac:spMkLst>
            <pc:docMk/>
            <pc:sldMk cId="2404468578" sldId="304"/>
            <ac:spMk id="9" creationId="{F1A0F4DD-04EA-61CE-E5ED-5B547302D944}"/>
          </ac:spMkLst>
        </pc:spChg>
        <pc:spChg chg="add mod">
          <ac:chgData name="Daniel Mitchell (PGR)" userId="b9bb6c93-84e7-41da-863e-f9c995c6f935" providerId="ADAL" clId="{03DFD5DE-A79C-C045-B3F3-1AE05C05B9A5}" dt="2023-10-23T15:07:32.277" v="2894" actId="554"/>
          <ac:spMkLst>
            <pc:docMk/>
            <pc:sldMk cId="2404468578" sldId="304"/>
            <ac:spMk id="10" creationId="{FCDEE5EA-9E88-8E07-B400-517E17FE7F83}"/>
          </ac:spMkLst>
        </pc:spChg>
        <pc:spChg chg="add mod">
          <ac:chgData name="Daniel Mitchell (PGR)" userId="b9bb6c93-84e7-41da-863e-f9c995c6f935" providerId="ADAL" clId="{03DFD5DE-A79C-C045-B3F3-1AE05C05B9A5}" dt="2023-10-23T15:07:32.277" v="2894" actId="554"/>
          <ac:spMkLst>
            <pc:docMk/>
            <pc:sldMk cId="2404468578" sldId="304"/>
            <ac:spMk id="11" creationId="{43F2CEFA-568E-7C81-9972-59C660BE37AD}"/>
          </ac:spMkLst>
        </pc:spChg>
        <pc:spChg chg="add mod">
          <ac:chgData name="Daniel Mitchell (PGR)" userId="b9bb6c93-84e7-41da-863e-f9c995c6f935" providerId="ADAL" clId="{03DFD5DE-A79C-C045-B3F3-1AE05C05B9A5}" dt="2023-10-23T15:07:32.277" v="2894" actId="554"/>
          <ac:spMkLst>
            <pc:docMk/>
            <pc:sldMk cId="2404468578" sldId="304"/>
            <ac:spMk id="12" creationId="{46057A86-F4C6-2006-782D-68E85597773B}"/>
          </ac:spMkLst>
        </pc:spChg>
        <pc:spChg chg="add mod">
          <ac:chgData name="Daniel Mitchell (PGR)" userId="b9bb6c93-84e7-41da-863e-f9c995c6f935" providerId="ADAL" clId="{03DFD5DE-A79C-C045-B3F3-1AE05C05B9A5}" dt="2023-10-23T15:08:23.814" v="2982" actId="1076"/>
          <ac:spMkLst>
            <pc:docMk/>
            <pc:sldMk cId="2404468578" sldId="304"/>
            <ac:spMk id="13" creationId="{9C818DE5-A92F-ABDF-57D9-6112EB9B5210}"/>
          </ac:spMkLst>
        </pc:spChg>
        <pc:spChg chg="add mod">
          <ac:chgData name="Daniel Mitchell (PGR)" userId="b9bb6c93-84e7-41da-863e-f9c995c6f935" providerId="ADAL" clId="{03DFD5DE-A79C-C045-B3F3-1AE05C05B9A5}" dt="2023-10-23T15:08:25.959" v="2983" actId="1076"/>
          <ac:spMkLst>
            <pc:docMk/>
            <pc:sldMk cId="2404468578" sldId="304"/>
            <ac:spMk id="14" creationId="{3636D51A-F17B-9D40-7C69-6E3916DAD027}"/>
          </ac:spMkLst>
        </pc:spChg>
        <pc:spChg chg="add mod">
          <ac:chgData name="Daniel Mitchell (PGR)" userId="b9bb6c93-84e7-41da-863e-f9c995c6f935" providerId="ADAL" clId="{03DFD5DE-A79C-C045-B3F3-1AE05C05B9A5}" dt="2023-10-23T15:08:29.387" v="2984" actId="1076"/>
          <ac:spMkLst>
            <pc:docMk/>
            <pc:sldMk cId="2404468578" sldId="304"/>
            <ac:spMk id="15" creationId="{BADCBA8D-671A-A37D-D921-ABA256714E05}"/>
          </ac:spMkLst>
        </pc:spChg>
        <pc:spChg chg="add mod">
          <ac:chgData name="Daniel Mitchell (PGR)" userId="b9bb6c93-84e7-41da-863e-f9c995c6f935" providerId="ADAL" clId="{03DFD5DE-A79C-C045-B3F3-1AE05C05B9A5}" dt="2023-10-23T15:08:31.818" v="2985" actId="1076"/>
          <ac:spMkLst>
            <pc:docMk/>
            <pc:sldMk cId="2404468578" sldId="304"/>
            <ac:spMk id="16" creationId="{3018897F-77A2-ADA8-C578-D3D6147F9F6B}"/>
          </ac:spMkLst>
        </pc:spChg>
        <pc:graphicFrameChg chg="add mod modGraphic">
          <ac:chgData name="Daniel Mitchell (PGR)" userId="b9bb6c93-84e7-41da-863e-f9c995c6f935" providerId="ADAL" clId="{03DFD5DE-A79C-C045-B3F3-1AE05C05B9A5}" dt="2023-10-23T15:06:30.177" v="2730" actId="1076"/>
          <ac:graphicFrameMkLst>
            <pc:docMk/>
            <pc:sldMk cId="2404468578" sldId="304"/>
            <ac:graphicFrameMk id="5" creationId="{DD70FF48-4E42-8CD5-D0FF-B11DE2F900EF}"/>
          </ac:graphicFrameMkLst>
        </pc:graphicFrameChg>
        <pc:picChg chg="add del mod">
          <ac:chgData name="Daniel Mitchell (PGR)" userId="b9bb6c93-84e7-41da-863e-f9c995c6f935" providerId="ADAL" clId="{03DFD5DE-A79C-C045-B3F3-1AE05C05B9A5}" dt="2023-10-23T15:05:51.537" v="2723" actId="478"/>
          <ac:picMkLst>
            <pc:docMk/>
            <pc:sldMk cId="2404468578" sldId="304"/>
            <ac:picMk id="4098" creationId="{00173232-3A1C-0559-3DF9-18933E5FC8D6}"/>
          </ac:picMkLst>
        </pc:picChg>
      </pc:sldChg>
      <pc:sldChg chg="addSp delSp modSp new mod">
        <pc:chgData name="Daniel Mitchell (PGR)" userId="b9bb6c93-84e7-41da-863e-f9c995c6f935" providerId="ADAL" clId="{03DFD5DE-A79C-C045-B3F3-1AE05C05B9A5}" dt="2023-10-23T15:10:58.910" v="3245" actId="1076"/>
        <pc:sldMkLst>
          <pc:docMk/>
          <pc:sldMk cId="3266629653" sldId="305"/>
        </pc:sldMkLst>
        <pc:spChg chg="del">
          <ac:chgData name="Daniel Mitchell (PGR)" userId="b9bb6c93-84e7-41da-863e-f9c995c6f935" providerId="ADAL" clId="{03DFD5DE-A79C-C045-B3F3-1AE05C05B9A5}" dt="2023-10-23T15:09:15.023" v="2995" actId="478"/>
          <ac:spMkLst>
            <pc:docMk/>
            <pc:sldMk cId="3266629653" sldId="305"/>
            <ac:spMk id="2" creationId="{E0492925-7272-EDF2-79F7-409988D6F240}"/>
          </ac:spMkLst>
        </pc:spChg>
        <pc:spChg chg="del">
          <ac:chgData name="Daniel Mitchell (PGR)" userId="b9bb6c93-84e7-41da-863e-f9c995c6f935" providerId="ADAL" clId="{03DFD5DE-A79C-C045-B3F3-1AE05C05B9A5}" dt="2023-10-23T15:09:09.956" v="2993" actId="478"/>
          <ac:spMkLst>
            <pc:docMk/>
            <pc:sldMk cId="3266629653" sldId="305"/>
            <ac:spMk id="3" creationId="{10723654-4821-336F-8820-C85101ADB326}"/>
          </ac:spMkLst>
        </pc:spChg>
        <pc:spChg chg="add mod">
          <ac:chgData name="Daniel Mitchell (PGR)" userId="b9bb6c93-84e7-41da-863e-f9c995c6f935" providerId="ADAL" clId="{03DFD5DE-A79C-C045-B3F3-1AE05C05B9A5}" dt="2023-10-23T15:09:10.443" v="2994"/>
          <ac:spMkLst>
            <pc:docMk/>
            <pc:sldMk cId="3266629653" sldId="305"/>
            <ac:spMk id="5" creationId="{B8AE46C7-5FAA-11BF-6954-264B034F1A61}"/>
          </ac:spMkLst>
        </pc:spChg>
        <pc:spChg chg="add mod">
          <ac:chgData name="Daniel Mitchell (PGR)" userId="b9bb6c93-84e7-41da-863e-f9c995c6f935" providerId="ADAL" clId="{03DFD5DE-A79C-C045-B3F3-1AE05C05B9A5}" dt="2023-10-23T15:09:10.443" v="2994"/>
          <ac:spMkLst>
            <pc:docMk/>
            <pc:sldMk cId="3266629653" sldId="305"/>
            <ac:spMk id="6" creationId="{1D3B684B-2FC1-4771-6183-021A084FE50E}"/>
          </ac:spMkLst>
        </pc:spChg>
        <pc:spChg chg="add mod">
          <ac:chgData name="Daniel Mitchell (PGR)" userId="b9bb6c93-84e7-41da-863e-f9c995c6f935" providerId="ADAL" clId="{03DFD5DE-A79C-C045-B3F3-1AE05C05B9A5}" dt="2023-10-23T15:09:10.443" v="2994"/>
          <ac:spMkLst>
            <pc:docMk/>
            <pc:sldMk cId="3266629653" sldId="305"/>
            <ac:spMk id="7" creationId="{0278C44C-F5CD-4773-4301-6640BBF05D47}"/>
          </ac:spMkLst>
        </pc:spChg>
        <pc:spChg chg="add mod">
          <ac:chgData name="Daniel Mitchell (PGR)" userId="b9bb6c93-84e7-41da-863e-f9c995c6f935" providerId="ADAL" clId="{03DFD5DE-A79C-C045-B3F3-1AE05C05B9A5}" dt="2023-10-23T15:09:10.443" v="2994"/>
          <ac:spMkLst>
            <pc:docMk/>
            <pc:sldMk cId="3266629653" sldId="305"/>
            <ac:spMk id="8" creationId="{76A96D65-CFEC-4980-8C53-8E3D63CC7E8C}"/>
          </ac:spMkLst>
        </pc:spChg>
        <pc:spChg chg="add mod">
          <ac:chgData name="Daniel Mitchell (PGR)" userId="b9bb6c93-84e7-41da-863e-f9c995c6f935" providerId="ADAL" clId="{03DFD5DE-A79C-C045-B3F3-1AE05C05B9A5}" dt="2023-10-23T15:09:10.443" v="2994"/>
          <ac:spMkLst>
            <pc:docMk/>
            <pc:sldMk cId="3266629653" sldId="305"/>
            <ac:spMk id="9" creationId="{57FE4323-2777-61B9-3F36-0FC783F8CD40}"/>
          </ac:spMkLst>
        </pc:spChg>
        <pc:spChg chg="add mod">
          <ac:chgData name="Daniel Mitchell (PGR)" userId="b9bb6c93-84e7-41da-863e-f9c995c6f935" providerId="ADAL" clId="{03DFD5DE-A79C-C045-B3F3-1AE05C05B9A5}" dt="2023-10-23T15:10:27.695" v="3208" actId="207"/>
          <ac:spMkLst>
            <pc:docMk/>
            <pc:sldMk cId="3266629653" sldId="305"/>
            <ac:spMk id="10" creationId="{1D100C3C-DB45-F77C-C6CE-38C954786357}"/>
          </ac:spMkLst>
        </pc:spChg>
        <pc:spChg chg="add mod">
          <ac:chgData name="Daniel Mitchell (PGR)" userId="b9bb6c93-84e7-41da-863e-f9c995c6f935" providerId="ADAL" clId="{03DFD5DE-A79C-C045-B3F3-1AE05C05B9A5}" dt="2023-10-23T15:09:10.443" v="2994"/>
          <ac:spMkLst>
            <pc:docMk/>
            <pc:sldMk cId="3266629653" sldId="305"/>
            <ac:spMk id="11" creationId="{02393D1B-4FDE-3561-9629-D3E19E2B887D}"/>
          </ac:spMkLst>
        </pc:spChg>
        <pc:spChg chg="add mod">
          <ac:chgData name="Daniel Mitchell (PGR)" userId="b9bb6c93-84e7-41da-863e-f9c995c6f935" providerId="ADAL" clId="{03DFD5DE-A79C-C045-B3F3-1AE05C05B9A5}" dt="2023-10-23T15:10:20.176" v="3206" actId="20577"/>
          <ac:spMkLst>
            <pc:docMk/>
            <pc:sldMk cId="3266629653" sldId="305"/>
            <ac:spMk id="12" creationId="{925F271C-1658-849E-65A8-7D3041D6B4C9}"/>
          </ac:spMkLst>
        </pc:spChg>
        <pc:spChg chg="add mod">
          <ac:chgData name="Daniel Mitchell (PGR)" userId="b9bb6c93-84e7-41da-863e-f9c995c6f935" providerId="ADAL" clId="{03DFD5DE-A79C-C045-B3F3-1AE05C05B9A5}" dt="2023-10-23T15:09:10.443" v="2994"/>
          <ac:spMkLst>
            <pc:docMk/>
            <pc:sldMk cId="3266629653" sldId="305"/>
            <ac:spMk id="13" creationId="{29184596-6A63-44AC-190C-7E0A552626F2}"/>
          </ac:spMkLst>
        </pc:spChg>
        <pc:spChg chg="add mod">
          <ac:chgData name="Daniel Mitchell (PGR)" userId="b9bb6c93-84e7-41da-863e-f9c995c6f935" providerId="ADAL" clId="{03DFD5DE-A79C-C045-B3F3-1AE05C05B9A5}" dt="2023-10-23T15:09:10.443" v="2994"/>
          <ac:spMkLst>
            <pc:docMk/>
            <pc:sldMk cId="3266629653" sldId="305"/>
            <ac:spMk id="14" creationId="{622BC929-90F4-D4CA-23D9-EDE32FAC8C9F}"/>
          </ac:spMkLst>
        </pc:spChg>
        <pc:spChg chg="add mod">
          <ac:chgData name="Daniel Mitchell (PGR)" userId="b9bb6c93-84e7-41da-863e-f9c995c6f935" providerId="ADAL" clId="{03DFD5DE-A79C-C045-B3F3-1AE05C05B9A5}" dt="2023-10-23T15:10:32.968" v="3209" actId="207"/>
          <ac:spMkLst>
            <pc:docMk/>
            <pc:sldMk cId="3266629653" sldId="305"/>
            <ac:spMk id="15" creationId="{D4173A6A-211B-7B61-51ED-4330E81835D2}"/>
          </ac:spMkLst>
        </pc:spChg>
        <pc:spChg chg="add mod">
          <ac:chgData name="Daniel Mitchell (PGR)" userId="b9bb6c93-84e7-41da-863e-f9c995c6f935" providerId="ADAL" clId="{03DFD5DE-A79C-C045-B3F3-1AE05C05B9A5}" dt="2023-10-23T15:09:42.316" v="3078" actId="1076"/>
          <ac:spMkLst>
            <pc:docMk/>
            <pc:sldMk cId="3266629653" sldId="305"/>
            <ac:spMk id="16" creationId="{3BEF2D48-FFFB-CEB7-43C1-75F220885C17}"/>
          </ac:spMkLst>
        </pc:spChg>
        <pc:spChg chg="add mod">
          <ac:chgData name="Daniel Mitchell (PGR)" userId="b9bb6c93-84e7-41da-863e-f9c995c6f935" providerId="ADAL" clId="{03DFD5DE-A79C-C045-B3F3-1AE05C05B9A5}" dt="2023-10-23T15:10:14.961" v="3204" actId="1076"/>
          <ac:spMkLst>
            <pc:docMk/>
            <pc:sldMk cId="3266629653" sldId="305"/>
            <ac:spMk id="17" creationId="{DEF3C06D-4A30-FD4B-8294-4098F189FF37}"/>
          </ac:spMkLst>
        </pc:spChg>
        <pc:spChg chg="add mod">
          <ac:chgData name="Daniel Mitchell (PGR)" userId="b9bb6c93-84e7-41da-863e-f9c995c6f935" providerId="ADAL" clId="{03DFD5DE-A79C-C045-B3F3-1AE05C05B9A5}" dt="2023-10-23T15:10:58.910" v="3245" actId="1076"/>
          <ac:spMkLst>
            <pc:docMk/>
            <pc:sldMk cId="3266629653" sldId="305"/>
            <ac:spMk id="18" creationId="{9314433E-B2A3-C7AF-5F67-36DBC285713D}"/>
          </ac:spMkLst>
        </pc:spChg>
        <pc:graphicFrameChg chg="add mod">
          <ac:chgData name="Daniel Mitchell (PGR)" userId="b9bb6c93-84e7-41da-863e-f9c995c6f935" providerId="ADAL" clId="{03DFD5DE-A79C-C045-B3F3-1AE05C05B9A5}" dt="2023-10-23T15:09:10.443" v="2994"/>
          <ac:graphicFrameMkLst>
            <pc:docMk/>
            <pc:sldMk cId="3266629653" sldId="305"/>
            <ac:graphicFrameMk id="4" creationId="{0E140C52-DE23-EDDE-B4DC-A91EEF7B3C66}"/>
          </ac:graphicFrameMkLst>
        </pc:graphicFrameChg>
      </pc:sldChg>
      <pc:sldChg chg="addSp delSp modSp new mod">
        <pc:chgData name="Daniel Mitchell (PGR)" userId="b9bb6c93-84e7-41da-863e-f9c995c6f935" providerId="ADAL" clId="{03DFD5DE-A79C-C045-B3F3-1AE05C05B9A5}" dt="2023-10-23T15:14:01.214" v="3419" actId="20577"/>
        <pc:sldMkLst>
          <pc:docMk/>
          <pc:sldMk cId="1961469064" sldId="306"/>
        </pc:sldMkLst>
        <pc:spChg chg="mod">
          <ac:chgData name="Daniel Mitchell (PGR)" userId="b9bb6c93-84e7-41da-863e-f9c995c6f935" providerId="ADAL" clId="{03DFD5DE-A79C-C045-B3F3-1AE05C05B9A5}" dt="2023-10-23T15:14:01.214" v="3419" actId="20577"/>
          <ac:spMkLst>
            <pc:docMk/>
            <pc:sldMk cId="1961469064" sldId="306"/>
            <ac:spMk id="2" creationId="{6E828BC4-3415-EE9F-8307-5388DC8F3C71}"/>
          </ac:spMkLst>
        </pc:spChg>
        <pc:spChg chg="del mod">
          <ac:chgData name="Daniel Mitchell (PGR)" userId="b9bb6c93-84e7-41da-863e-f9c995c6f935" providerId="ADAL" clId="{03DFD5DE-A79C-C045-B3F3-1AE05C05B9A5}" dt="2023-10-23T15:12:23.792" v="3307" actId="478"/>
          <ac:spMkLst>
            <pc:docMk/>
            <pc:sldMk cId="1961469064" sldId="306"/>
            <ac:spMk id="3" creationId="{13AC52A2-5F59-FF13-6DB1-4F9F5BADC259}"/>
          </ac:spMkLst>
        </pc:spChg>
        <pc:spChg chg="add mod">
          <ac:chgData name="Daniel Mitchell (PGR)" userId="b9bb6c93-84e7-41da-863e-f9c995c6f935" providerId="ADAL" clId="{03DFD5DE-A79C-C045-B3F3-1AE05C05B9A5}" dt="2023-10-23T15:12:36.795" v="3312" actId="20577"/>
          <ac:spMkLst>
            <pc:docMk/>
            <pc:sldMk cId="1961469064" sldId="306"/>
            <ac:spMk id="5" creationId="{B844CA15-8114-7A0A-2687-CD9582702C03}"/>
          </ac:spMkLst>
        </pc:spChg>
        <pc:spChg chg="add mod">
          <ac:chgData name="Daniel Mitchell (PGR)" userId="b9bb6c93-84e7-41da-863e-f9c995c6f935" providerId="ADAL" clId="{03DFD5DE-A79C-C045-B3F3-1AE05C05B9A5}" dt="2023-10-23T15:12:56.879" v="3364" actId="1076"/>
          <ac:spMkLst>
            <pc:docMk/>
            <pc:sldMk cId="1961469064" sldId="306"/>
            <ac:spMk id="6" creationId="{EEF4B397-63B9-C630-C74D-D05463B67B86}"/>
          </ac:spMkLst>
        </pc:spChg>
      </pc:sldChg>
      <pc:sldChg chg="addSp delSp modSp new mod">
        <pc:chgData name="Daniel Mitchell (PGR)" userId="b9bb6c93-84e7-41da-863e-f9c995c6f935" providerId="ADAL" clId="{03DFD5DE-A79C-C045-B3F3-1AE05C05B9A5}" dt="2023-10-23T15:16:24.573" v="3649" actId="1076"/>
        <pc:sldMkLst>
          <pc:docMk/>
          <pc:sldMk cId="1325171431" sldId="307"/>
        </pc:sldMkLst>
        <pc:spChg chg="del">
          <ac:chgData name="Daniel Mitchell (PGR)" userId="b9bb6c93-84e7-41da-863e-f9c995c6f935" providerId="ADAL" clId="{03DFD5DE-A79C-C045-B3F3-1AE05C05B9A5}" dt="2023-10-23T15:13:27.159" v="3366" actId="478"/>
          <ac:spMkLst>
            <pc:docMk/>
            <pc:sldMk cId="1325171431" sldId="307"/>
            <ac:spMk id="2" creationId="{CE5BEB6B-BEA0-651F-3D74-01430D01D181}"/>
          </ac:spMkLst>
        </pc:spChg>
        <pc:spChg chg="del">
          <ac:chgData name="Daniel Mitchell (PGR)" userId="b9bb6c93-84e7-41da-863e-f9c995c6f935" providerId="ADAL" clId="{03DFD5DE-A79C-C045-B3F3-1AE05C05B9A5}" dt="2023-10-23T15:13:27.957" v="3367" actId="478"/>
          <ac:spMkLst>
            <pc:docMk/>
            <pc:sldMk cId="1325171431" sldId="307"/>
            <ac:spMk id="3" creationId="{716A63F4-46B2-838D-687D-D4EEA947BAD3}"/>
          </ac:spMkLst>
        </pc:spChg>
        <pc:spChg chg="add mod">
          <ac:chgData name="Daniel Mitchell (PGR)" userId="b9bb6c93-84e7-41da-863e-f9c995c6f935" providerId="ADAL" clId="{03DFD5DE-A79C-C045-B3F3-1AE05C05B9A5}" dt="2023-10-23T15:16:19.828" v="3647" actId="1076"/>
          <ac:spMkLst>
            <pc:docMk/>
            <pc:sldMk cId="1325171431" sldId="307"/>
            <ac:spMk id="5" creationId="{AB5E1271-815C-C87E-643F-B4BF32019BD4}"/>
          </ac:spMkLst>
        </pc:spChg>
        <pc:spChg chg="add mod">
          <ac:chgData name="Daniel Mitchell (PGR)" userId="b9bb6c93-84e7-41da-863e-f9c995c6f935" providerId="ADAL" clId="{03DFD5DE-A79C-C045-B3F3-1AE05C05B9A5}" dt="2023-10-23T15:16:18.277" v="3646" actId="1076"/>
          <ac:spMkLst>
            <pc:docMk/>
            <pc:sldMk cId="1325171431" sldId="307"/>
            <ac:spMk id="6" creationId="{2ADDC7E6-4848-A2C4-D8FE-10F4C1CEF3AB}"/>
          </ac:spMkLst>
        </pc:spChg>
        <pc:spChg chg="add mod">
          <ac:chgData name="Daniel Mitchell (PGR)" userId="b9bb6c93-84e7-41da-863e-f9c995c6f935" providerId="ADAL" clId="{03DFD5DE-A79C-C045-B3F3-1AE05C05B9A5}" dt="2023-10-23T15:16:21.859" v="3648" actId="14100"/>
          <ac:spMkLst>
            <pc:docMk/>
            <pc:sldMk cId="1325171431" sldId="307"/>
            <ac:spMk id="7" creationId="{3B9AD6BA-C97D-50D1-3EE5-48E177BFC02E}"/>
          </ac:spMkLst>
        </pc:spChg>
        <pc:picChg chg="add mod">
          <ac:chgData name="Daniel Mitchell (PGR)" userId="b9bb6c93-84e7-41da-863e-f9c995c6f935" providerId="ADAL" clId="{03DFD5DE-A79C-C045-B3F3-1AE05C05B9A5}" dt="2023-10-23T15:16:24.573" v="3649" actId="1076"/>
          <ac:picMkLst>
            <pc:docMk/>
            <pc:sldMk cId="1325171431" sldId="307"/>
            <ac:picMk id="9" creationId="{8473CAD3-45CA-D365-6FDC-3B69C226BF4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97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6" name="Shape 1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 of functions hiding previous work to simplify code should be introduced here.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B20B9-A0AD-4C29-9EAD-90052B40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3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4033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4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68673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3972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4985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B20B9-A0AD-4C29-9EAD-90052B40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96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69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7063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733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8736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9929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47255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B20B9-A0AD-4C29-9EAD-90052B40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844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800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72873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17634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79718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42538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07590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B20B9-A0AD-4C29-9EAD-90052B40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01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190625" y="1151930"/>
            <a:ext cx="9810750" cy="2321719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90625" y="3536156"/>
            <a:ext cx="9810750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531"/>
            </a:lvl1pPr>
            <a:lvl2pPr marL="0" indent="0" algn="ctr">
              <a:spcBef>
                <a:spcPts val="0"/>
              </a:spcBef>
              <a:buSzTx/>
              <a:buNone/>
              <a:defRPr sz="2531"/>
            </a:lvl2pPr>
            <a:lvl3pPr marL="0" indent="0" algn="ctr">
              <a:spcBef>
                <a:spcPts val="0"/>
              </a:spcBef>
              <a:buSzTx/>
              <a:buNone/>
              <a:defRPr sz="2531"/>
            </a:lvl3pPr>
            <a:lvl4pPr marL="0" indent="0" algn="ctr">
              <a:spcBef>
                <a:spcPts val="0"/>
              </a:spcBef>
              <a:buSzTx/>
              <a:buNone/>
              <a:defRPr sz="2531"/>
            </a:lvl4pPr>
            <a:lvl5pPr marL="0" indent="0" algn="ctr">
              <a:spcBef>
                <a:spcPts val="0"/>
              </a:spcBef>
              <a:buSzTx/>
              <a:buNone/>
              <a:defRPr sz="253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4148858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1946672"/>
            <a:ext cx="9810750" cy="4018359"/>
          </a:xfrm>
          <a:prstGeom prst="rect">
            <a:avLst/>
          </a:prstGeom>
        </p:spPr>
        <p:txBody>
          <a:bodyPr/>
          <a:lstStyle>
            <a:lvl1pPr>
              <a:spcBef>
                <a:spcPts val="1687"/>
              </a:spcBef>
            </a:lvl1pPr>
            <a:lvl2pPr>
              <a:spcBef>
                <a:spcPts val="1687"/>
              </a:spcBef>
            </a:lvl2pPr>
            <a:lvl3pPr>
              <a:spcBef>
                <a:spcPts val="1687"/>
              </a:spcBef>
            </a:lvl3pPr>
            <a:lvl4pPr>
              <a:spcBef>
                <a:spcPts val="1687"/>
              </a:spcBef>
            </a:lvl4pPr>
            <a:lvl5pPr>
              <a:spcBef>
                <a:spcPts val="1687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2615890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1946672"/>
            <a:ext cx="9810750" cy="4018359"/>
          </a:xfrm>
          <a:prstGeom prst="rect">
            <a:avLst/>
          </a:prstGeom>
        </p:spPr>
        <p:txBody>
          <a:bodyPr numCol="2" spcCol="523240" anchor="t"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6286797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036874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767935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409360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1190625" y="2089547"/>
            <a:ext cx="9810750" cy="267890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288846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Image"/>
          <p:cNvSpPr>
            <a:spLocks noGrp="1"/>
          </p:cNvSpPr>
          <p:nvPr>
            <p:ph type="pic" sz="half" idx="21"/>
          </p:nvPr>
        </p:nvSpPr>
        <p:spPr>
          <a:xfrm>
            <a:off x="2286000" y="1151930"/>
            <a:ext cx="7620000" cy="3545301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xfrm>
            <a:off x="1190625" y="5179219"/>
            <a:ext cx="9810750" cy="119657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4009189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Image"/>
          <p:cNvSpPr>
            <a:spLocks noGrp="1"/>
          </p:cNvSpPr>
          <p:nvPr>
            <p:ph type="pic" sz="half" idx="21"/>
          </p:nvPr>
        </p:nvSpPr>
        <p:spPr>
          <a:xfrm>
            <a:off x="2286000" y="1151930"/>
            <a:ext cx="7620000" cy="3545301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9" name="Title Text"/>
          <p:cNvSpPr txBox="1">
            <a:spLocks noGrp="1"/>
          </p:cNvSpPr>
          <p:nvPr>
            <p:ph type="title"/>
          </p:nvPr>
        </p:nvSpPr>
        <p:spPr>
          <a:xfrm>
            <a:off x="1190625" y="5179219"/>
            <a:ext cx="9810750" cy="119657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149942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Image"/>
          <p:cNvSpPr>
            <a:spLocks noGrp="1"/>
          </p:cNvSpPr>
          <p:nvPr>
            <p:ph type="pic" sz="half" idx="21"/>
          </p:nvPr>
        </p:nvSpPr>
        <p:spPr>
          <a:xfrm>
            <a:off x="6679406" y="1134070"/>
            <a:ext cx="3952875" cy="4449897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595312" y="991195"/>
            <a:ext cx="5500688" cy="2321719"/>
          </a:xfrm>
          <a:prstGeom prst="rect">
            <a:avLst/>
          </a:prstGeom>
        </p:spPr>
        <p:txBody>
          <a:bodyPr anchor="b"/>
          <a:lstStyle>
            <a:lvl1pPr>
              <a:defRPr sz="4922"/>
            </a:lvl1pPr>
          </a:lstStyle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95312" y="3366492"/>
            <a:ext cx="5500688" cy="232171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391"/>
            </a:lvl1pPr>
            <a:lvl2pPr marL="0" indent="0" algn="ctr">
              <a:spcBef>
                <a:spcPts val="0"/>
              </a:spcBef>
              <a:buSzTx/>
              <a:buNone/>
              <a:defRPr sz="2391"/>
            </a:lvl2pPr>
            <a:lvl3pPr marL="0" indent="0" algn="ctr">
              <a:spcBef>
                <a:spcPts val="0"/>
              </a:spcBef>
              <a:buSzTx/>
              <a:buNone/>
              <a:defRPr sz="2391"/>
            </a:lvl3pPr>
            <a:lvl4pPr marL="0" indent="0" algn="ctr">
              <a:spcBef>
                <a:spcPts val="0"/>
              </a:spcBef>
              <a:buSzTx/>
              <a:buNone/>
              <a:defRPr sz="2391"/>
            </a:lvl4pPr>
            <a:lvl5pPr marL="0" indent="0" algn="ctr">
              <a:spcBef>
                <a:spcPts val="0"/>
              </a:spcBef>
              <a:buSzTx/>
              <a:buNone/>
              <a:defRPr sz="239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8186888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Image"/>
          <p:cNvSpPr>
            <a:spLocks noGrp="1"/>
          </p:cNvSpPr>
          <p:nvPr>
            <p:ph type="pic" sz="half" idx="21"/>
          </p:nvPr>
        </p:nvSpPr>
        <p:spPr>
          <a:xfrm>
            <a:off x="6679406" y="1134070"/>
            <a:ext cx="3952875" cy="4449897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595312" y="991195"/>
            <a:ext cx="5500688" cy="2321719"/>
          </a:xfrm>
          <a:prstGeom prst="rect">
            <a:avLst/>
          </a:prstGeom>
        </p:spPr>
        <p:txBody>
          <a:bodyPr anchor="b"/>
          <a:lstStyle>
            <a:lvl1pPr>
              <a:defRPr sz="4922"/>
            </a:lvl1pPr>
          </a:lstStyle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95312" y="3366492"/>
            <a:ext cx="5500688" cy="232171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391"/>
            </a:lvl1pPr>
            <a:lvl2pPr marL="0" indent="0" algn="ctr">
              <a:spcBef>
                <a:spcPts val="0"/>
              </a:spcBef>
              <a:buSzTx/>
              <a:buNone/>
              <a:defRPr sz="2391"/>
            </a:lvl2pPr>
            <a:lvl3pPr marL="0" indent="0" algn="ctr">
              <a:spcBef>
                <a:spcPts val="0"/>
              </a:spcBef>
              <a:buSzTx/>
              <a:buNone/>
              <a:defRPr sz="2391"/>
            </a:lvl3pPr>
            <a:lvl4pPr marL="0" indent="0" algn="ctr">
              <a:spcBef>
                <a:spcPts val="0"/>
              </a:spcBef>
              <a:buSzTx/>
              <a:buNone/>
              <a:defRPr sz="2391"/>
            </a:lvl4pPr>
            <a:lvl5pPr marL="0" indent="0" algn="ctr">
              <a:spcBef>
                <a:spcPts val="0"/>
              </a:spcBef>
              <a:buSzTx/>
              <a:buNone/>
              <a:defRPr sz="239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3123873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Image"/>
          <p:cNvSpPr>
            <a:spLocks noGrp="1"/>
          </p:cNvSpPr>
          <p:nvPr>
            <p:ph type="pic" sz="quarter" idx="21"/>
          </p:nvPr>
        </p:nvSpPr>
        <p:spPr>
          <a:xfrm>
            <a:off x="6727031" y="1785938"/>
            <a:ext cx="3845719" cy="4329267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90625" y="1946672"/>
            <a:ext cx="4726781" cy="4018359"/>
          </a:xfrm>
          <a:prstGeom prst="rect">
            <a:avLst/>
          </a:prstGeom>
        </p:spPr>
        <p:txBody>
          <a:bodyPr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96596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90625" y="1946672"/>
            <a:ext cx="4726781" cy="4018359"/>
          </a:xfrm>
          <a:prstGeom prst="rect">
            <a:avLst/>
          </a:prstGeom>
        </p:spPr>
        <p:txBody>
          <a:bodyPr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5664871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86625" y="1946672"/>
            <a:ext cx="3714750" cy="4018359"/>
          </a:xfrm>
          <a:prstGeom prst="rect">
            <a:avLst/>
          </a:prstGeom>
        </p:spPr>
        <p:txBody>
          <a:bodyPr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941008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26/10/2023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26/10/2023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26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26/10/2023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98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26/10/2023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8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892969"/>
            <a:ext cx="9810750" cy="5072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190625" y="178594"/>
            <a:ext cx="9810750" cy="171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29312" y="6471314"/>
            <a:ext cx="291747" cy="29738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266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596CC-F07E-4011-835E-A16E3E295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69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</p:sldLayoutIdLst>
  <p:transition spd="med"/>
  <p:txStyles>
    <p:titleStyle>
      <a:lvl1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160729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321457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482186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642915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803643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964372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125101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285829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titleStyle>
    <p:bodyStyle>
      <a:lvl1pPr marL="625056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937584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1250112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1562640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1875168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2125190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2375212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2625235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2875257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bodyStyle>
    <p:otherStyle>
      <a:lvl1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160729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321457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482186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642915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803643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964372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125101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285829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microsoft.com/office/2017/06/relationships/model3d" Target="../media/model3d1.glb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video" Target="https://www.youtube.com/embed/mAg8UyDt_sw?feature=oembed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0BEDC7DD-9485-6F49-9598-637045E70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13631" cy="1062182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Professor David Flynn</a:t>
            </a:r>
            <a:br>
              <a:rPr lang="en-GB">
                <a:solidFill>
                  <a:schemeClr val="tx1"/>
                </a:solidFill>
              </a:rPr>
            </a:br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2721121"/>
            <a:ext cx="5680364" cy="1062182"/>
          </a:xfrm>
        </p:spPr>
        <p:txBody>
          <a:bodyPr/>
          <a:lstStyle/>
          <a:p>
            <a:r>
              <a:rPr lang="en-GB"/>
              <a:t>More Functions &amp; Objects</a:t>
            </a:r>
            <a:r>
              <a:rPr lang="en-GB">
                <a:solidFill>
                  <a:schemeClr val="tx1"/>
                </a:solidFill>
              </a:rPr>
              <a:t> - EN2083 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More Functions &amp; Objects"/>
          <p:cNvSpPr txBox="1">
            <a:spLocks noGrp="1"/>
          </p:cNvSpPr>
          <p:nvPr>
            <p:ph type="ctrTitle"/>
          </p:nvPr>
        </p:nvSpPr>
        <p:spPr>
          <a:xfrm>
            <a:off x="1956170" y="309079"/>
            <a:ext cx="9810750" cy="1272709"/>
          </a:xfrm>
          <a:prstGeom prst="rect">
            <a:avLst/>
          </a:prstGeom>
        </p:spPr>
        <p:txBody>
          <a:bodyPr/>
          <a:lstStyle/>
          <a:p>
            <a:r>
              <a:t>More Functions &amp; Objects</a:t>
            </a:r>
          </a:p>
        </p:txBody>
      </p:sp>
      <p:pic>
        <p:nvPicPr>
          <p:cNvPr id="3" name="Graphic 2" descr="Car with solid fill">
            <a:extLst>
              <a:ext uri="{FF2B5EF4-FFF2-40B4-BE49-F238E27FC236}">
                <a16:creationId xmlns:a16="http://schemas.microsoft.com/office/drawing/2014/main" id="{1F375EF8-E5DF-3F84-EE79-3A01B3572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9357" y="2371800"/>
            <a:ext cx="914400" cy="914400"/>
          </a:xfrm>
          <a:prstGeom prst="rect">
            <a:avLst/>
          </a:prstGeom>
        </p:spPr>
      </p:pic>
      <p:pic>
        <p:nvPicPr>
          <p:cNvPr id="5" name="Graphic 4" descr="Convertible outline">
            <a:extLst>
              <a:ext uri="{FF2B5EF4-FFF2-40B4-BE49-F238E27FC236}">
                <a16:creationId xmlns:a16="http://schemas.microsoft.com/office/drawing/2014/main" id="{81DDDC0D-89DC-9F6B-890A-308DDD88B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3307" y="4029000"/>
            <a:ext cx="914400" cy="914400"/>
          </a:xfrm>
          <a:prstGeom prst="rect">
            <a:avLst/>
          </a:prstGeom>
        </p:spPr>
      </p:pic>
      <p:pic>
        <p:nvPicPr>
          <p:cNvPr id="9" name="Graphic 8" descr="Electric car with solid fill">
            <a:extLst>
              <a:ext uri="{FF2B5EF4-FFF2-40B4-BE49-F238E27FC236}">
                <a16:creationId xmlns:a16="http://schemas.microsoft.com/office/drawing/2014/main" id="{176D876D-5CB3-A6C3-E209-A3BF014588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28278" y="402900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59218C-D3D6-0990-2BBE-D7B5BFE6C1B0}"/>
              </a:ext>
            </a:extLst>
          </p:cNvPr>
          <p:cNvSpPr txBox="1"/>
          <p:nvPr/>
        </p:nvSpPr>
        <p:spPr>
          <a:xfrm>
            <a:off x="8268336" y="1857031"/>
            <a:ext cx="1516441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Car Class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711BC60-7161-1B7F-7B6D-F32E9F38F6A6}"/>
              </a:ext>
            </a:extLst>
          </p:cNvPr>
          <p:cNvSpPr/>
          <p:nvPr/>
        </p:nvSpPr>
        <p:spPr>
          <a:xfrm>
            <a:off x="7080427" y="4896698"/>
            <a:ext cx="817295" cy="3178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Red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8C7EA46-6DE4-CF66-76E1-94E0BDA33D93}"/>
              </a:ext>
            </a:extLst>
          </p:cNvPr>
          <p:cNvSpPr/>
          <p:nvPr/>
        </p:nvSpPr>
        <p:spPr>
          <a:xfrm>
            <a:off x="10625383" y="4896698"/>
            <a:ext cx="817295" cy="317818"/>
          </a:xfrm>
          <a:prstGeom prst="round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White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E63F81C-505C-A550-2CEE-5EC4A411753A}"/>
              </a:ext>
            </a:extLst>
          </p:cNvPr>
          <p:cNvSpPr/>
          <p:nvPr/>
        </p:nvSpPr>
        <p:spPr>
          <a:xfrm>
            <a:off x="7080427" y="5429568"/>
            <a:ext cx="817295" cy="3178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Porsche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05609FF-E157-5CB4-0612-C498F4B64B4F}"/>
              </a:ext>
            </a:extLst>
          </p:cNvPr>
          <p:cNvSpPr/>
          <p:nvPr/>
        </p:nvSpPr>
        <p:spPr>
          <a:xfrm>
            <a:off x="7080426" y="5962438"/>
            <a:ext cx="817295" cy="3178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err="1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Boxter</a:t>
            </a:r>
            <a:endParaRPr kumimoji="0" lang="en-US" sz="1200" b="0" i="0" u="none" strike="noStrike" cap="none" spc="0" normalizeH="0" baseline="0">
              <a:ln>
                <a:noFill/>
              </a:ln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C9DDEFF-0E38-0A65-1595-45451BF8C8D2}"/>
              </a:ext>
            </a:extLst>
          </p:cNvPr>
          <p:cNvSpPr/>
          <p:nvPr/>
        </p:nvSpPr>
        <p:spPr>
          <a:xfrm>
            <a:off x="10625383" y="5429568"/>
            <a:ext cx="817295" cy="317818"/>
          </a:xfrm>
          <a:prstGeom prst="round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Tesla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D6D657C-E5B2-47AC-EC94-973CB0F9F90E}"/>
              </a:ext>
            </a:extLst>
          </p:cNvPr>
          <p:cNvSpPr/>
          <p:nvPr/>
        </p:nvSpPr>
        <p:spPr>
          <a:xfrm>
            <a:off x="10625383" y="5962438"/>
            <a:ext cx="817295" cy="317818"/>
          </a:xfrm>
          <a:prstGeom prst="round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Model 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9406FD4-A815-C990-C915-807AE6DC68DC}"/>
              </a:ext>
            </a:extLst>
          </p:cNvPr>
          <p:cNvSpPr/>
          <p:nvPr/>
        </p:nvSpPr>
        <p:spPr>
          <a:xfrm>
            <a:off x="8617908" y="4896698"/>
            <a:ext cx="817295" cy="317818"/>
          </a:xfrm>
          <a:prstGeom prst="round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Grey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EB783E4-519A-ABC8-9161-7F814D5A3035}"/>
              </a:ext>
            </a:extLst>
          </p:cNvPr>
          <p:cNvSpPr/>
          <p:nvPr/>
        </p:nvSpPr>
        <p:spPr>
          <a:xfrm>
            <a:off x="8617908" y="5429568"/>
            <a:ext cx="817295" cy="317818"/>
          </a:xfrm>
          <a:prstGeom prst="round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err="1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Citreon</a:t>
            </a:r>
            <a:endParaRPr kumimoji="0" lang="en-US" sz="1200" b="0" i="0" u="none" strike="noStrike" cap="none" spc="0" normalizeH="0" baseline="0">
              <a:ln>
                <a:noFill/>
              </a:ln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1026" name="Picture 2" descr="Minivan Comments - Car Icon Png Free Download PNG Image | Transparent PNG  Free Download on SeekPNG">
            <a:extLst>
              <a:ext uri="{FF2B5EF4-FFF2-40B4-BE49-F238E27FC236}">
                <a16:creationId xmlns:a16="http://schemas.microsoft.com/office/drawing/2014/main" id="{C1355B6E-249C-38C7-17DB-64EA3B560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410" y="4211055"/>
            <a:ext cx="1166867" cy="51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97551C7-8416-DD5A-3864-22BDE4304251}"/>
              </a:ext>
            </a:extLst>
          </p:cNvPr>
          <p:cNvSpPr/>
          <p:nvPr/>
        </p:nvSpPr>
        <p:spPr>
          <a:xfrm>
            <a:off x="8617907" y="5962438"/>
            <a:ext cx="817295" cy="317818"/>
          </a:xfrm>
          <a:prstGeom prst="roundRect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Picasso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DBF643D-FA3A-567D-A62C-B8780F33EC5C}"/>
              </a:ext>
            </a:extLst>
          </p:cNvPr>
          <p:cNvSpPr/>
          <p:nvPr/>
        </p:nvSpPr>
        <p:spPr>
          <a:xfrm>
            <a:off x="5526159" y="4883533"/>
            <a:ext cx="1107184" cy="317818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Car </a:t>
            </a:r>
            <a:r>
              <a:rPr kumimoji="0" lang="en-US" sz="1200" b="0" i="0" u="none" strike="noStrike" cap="none" spc="0" normalizeH="0" baseline="0" err="1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Colour</a:t>
            </a:r>
            <a:endParaRPr kumimoji="0" lang="en-US" sz="1200" b="0" i="0" u="none" strike="noStrike" cap="none" spc="0" normalizeH="0" baseline="0">
              <a:ln>
                <a:noFill/>
              </a:ln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7BEA26-17DE-E89D-1506-6F015A4E96EE}"/>
              </a:ext>
            </a:extLst>
          </p:cNvPr>
          <p:cNvSpPr/>
          <p:nvPr/>
        </p:nvSpPr>
        <p:spPr>
          <a:xfrm>
            <a:off x="5526159" y="5429568"/>
            <a:ext cx="1107184" cy="317818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sym typeface="Gill Sans"/>
              </a:rPr>
              <a:t>Car Company</a:t>
            </a:r>
            <a:endParaRPr kumimoji="0" lang="en-US" sz="1200" b="0" i="0" u="none" strike="noStrike" cap="none" spc="0" normalizeH="0" baseline="0">
              <a:ln>
                <a:noFill/>
              </a:ln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AFA2697-803B-EBA0-ACC9-EE2F8F70AFE9}"/>
              </a:ext>
            </a:extLst>
          </p:cNvPr>
          <p:cNvSpPr/>
          <p:nvPr/>
        </p:nvSpPr>
        <p:spPr>
          <a:xfrm>
            <a:off x="5526159" y="5962438"/>
            <a:ext cx="1107184" cy="317818"/>
          </a:xfrm>
          <a:prstGeom prst="round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sym typeface="Gill Sans"/>
              </a:rPr>
              <a:t>Model</a:t>
            </a:r>
            <a:endParaRPr kumimoji="0" lang="en-US" sz="1200" b="0" i="0" u="none" strike="noStrike" cap="none" spc="0" normalizeH="0" baseline="0">
              <a:ln>
                <a:noFill/>
              </a:ln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05A2BB-3275-3706-713A-0C08F305C452}"/>
              </a:ext>
            </a:extLst>
          </p:cNvPr>
          <p:cNvCxnSpPr>
            <a:cxnSpLocks/>
          </p:cNvCxnSpPr>
          <p:nvPr/>
        </p:nvCxnSpPr>
        <p:spPr>
          <a:xfrm flipH="1">
            <a:off x="7460399" y="3286200"/>
            <a:ext cx="1537827" cy="924855"/>
          </a:xfrm>
          <a:prstGeom prst="straightConnector1">
            <a:avLst/>
          </a:prstGeom>
          <a:noFill/>
          <a:ln w="41275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1FCE31-2E29-E2E9-E69A-7D60E41B665B}"/>
              </a:ext>
            </a:extLst>
          </p:cNvPr>
          <p:cNvCxnSpPr>
            <a:cxnSpLocks/>
            <a:endCxn id="1026" idx="0"/>
          </p:cNvCxnSpPr>
          <p:nvPr/>
        </p:nvCxnSpPr>
        <p:spPr>
          <a:xfrm>
            <a:off x="9032844" y="3286200"/>
            <a:ext cx="0" cy="924855"/>
          </a:xfrm>
          <a:prstGeom prst="straightConnector1">
            <a:avLst/>
          </a:prstGeom>
          <a:noFill/>
          <a:ln w="41275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0F0E5E-40C4-4501-923D-CFC906D3420F}"/>
              </a:ext>
            </a:extLst>
          </p:cNvPr>
          <p:cNvCxnSpPr>
            <a:cxnSpLocks/>
          </p:cNvCxnSpPr>
          <p:nvPr/>
        </p:nvCxnSpPr>
        <p:spPr>
          <a:xfrm>
            <a:off x="8998226" y="3286200"/>
            <a:ext cx="1627157" cy="742800"/>
          </a:xfrm>
          <a:prstGeom prst="straightConnector1">
            <a:avLst/>
          </a:prstGeom>
          <a:noFill/>
          <a:ln w="41275" cap="flat">
            <a:solidFill>
              <a:srgbClr val="000000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A6CA230-C7BE-9983-3838-1493483E699E}"/>
              </a:ext>
            </a:extLst>
          </p:cNvPr>
          <p:cNvSpPr txBox="1"/>
          <p:nvPr/>
        </p:nvSpPr>
        <p:spPr>
          <a:xfrm>
            <a:off x="378442" y="2210462"/>
            <a:ext cx="6296618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Many functions will exist already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>
                <a:solidFill>
                  <a:srgbClr val="000000"/>
                </a:solidFill>
                <a:sym typeface="Gill Sans"/>
              </a:rPr>
              <a:t>- They may exist as toolboxes created by other programmers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- However, many are simple and you can create by yourself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BCA0C1-F86A-F068-4553-0BE7C43340DC}"/>
              </a:ext>
            </a:extLst>
          </p:cNvPr>
          <p:cNvSpPr txBox="1"/>
          <p:nvPr/>
        </p:nvSpPr>
        <p:spPr>
          <a:xfrm>
            <a:off x="2321196" y="5096164"/>
            <a:ext cx="124232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Objects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3D Model 39" descr="Arrow">
                <a:extLst>
                  <a:ext uri="{FF2B5EF4-FFF2-40B4-BE49-F238E27FC236}">
                    <a16:creationId xmlns:a16="http://schemas.microsoft.com/office/drawing/2014/main" id="{9F0B7FDF-B7C6-17D1-ED30-1F011BFF50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30877729"/>
                  </p:ext>
                </p:extLst>
              </p:nvPr>
            </p:nvGraphicFramePr>
            <p:xfrm>
              <a:off x="3661046" y="4420407"/>
              <a:ext cx="1875703" cy="1859849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1875703" cy="1859849"/>
                    </a:xfrm>
                    <a:prstGeom prst="rect">
                      <a:avLst/>
                    </a:prstGeom>
                  </am3d:spPr>
                  <am3d:camera>
                    <am3d:pos x="0" y="0" z="6570325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4604603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105395" ay="4159240" az="4025183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26509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3D Model 39" descr="Arrow">
                <a:extLst>
                  <a:ext uri="{FF2B5EF4-FFF2-40B4-BE49-F238E27FC236}">
                    <a16:creationId xmlns:a16="http://schemas.microsoft.com/office/drawing/2014/main" id="{9F0B7FDF-B7C6-17D1-ED30-1F011BFF50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61046" y="4420407"/>
                <a:ext cx="1875703" cy="185984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writing functions"/>
          <p:cNvSpPr txBox="1">
            <a:spLocks noGrp="1"/>
          </p:cNvSpPr>
          <p:nvPr>
            <p:ph type="ctrTitle"/>
          </p:nvPr>
        </p:nvSpPr>
        <p:spPr>
          <a:xfrm>
            <a:off x="1234661" y="-433868"/>
            <a:ext cx="9810750" cy="2321719"/>
          </a:xfrm>
          <a:prstGeom prst="rect">
            <a:avLst/>
          </a:prstGeom>
        </p:spPr>
        <p:txBody>
          <a:bodyPr/>
          <a:lstStyle/>
          <a:p>
            <a:r>
              <a:t>writing functions</a:t>
            </a:r>
          </a:p>
        </p:txBody>
      </p:sp>
      <p:sp>
        <p:nvSpPr>
          <p:cNvPr id="141" name="now we need to know how to write our own !"/>
          <p:cNvSpPr txBox="1">
            <a:spLocks noGrp="1"/>
          </p:cNvSpPr>
          <p:nvPr>
            <p:ph type="subTitle" sz="half" idx="1"/>
          </p:nvPr>
        </p:nvSpPr>
        <p:spPr>
          <a:xfrm>
            <a:off x="2562743" y="1887851"/>
            <a:ext cx="7358063" cy="2321719"/>
          </a:xfrm>
          <a:prstGeom prst="rect">
            <a:avLst/>
          </a:prstGeom>
        </p:spPr>
        <p:txBody>
          <a:bodyPr/>
          <a:lstStyle/>
          <a:p>
            <a:pPr lvl="1"/>
            <a:r>
              <a:t>now we need to know how to write our own !</a:t>
            </a:r>
          </a:p>
        </p:txBody>
      </p:sp>
      <p:pic>
        <p:nvPicPr>
          <p:cNvPr id="2" name="Online Media 1" descr="Typing Code - 4K Video - Free Stock Video">
            <a:hlinkClick r:id="" action="ppaction://media"/>
            <a:extLst>
              <a:ext uri="{FF2B5EF4-FFF2-40B4-BE49-F238E27FC236}">
                <a16:creationId xmlns:a16="http://schemas.microsoft.com/office/drawing/2014/main" id="{8FD21846-E7FD-4FC2-6792-D95F869459D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55063" y="2601376"/>
            <a:ext cx="6955597" cy="3929913"/>
          </a:xfrm>
          <a:prstGeom prst="rect">
            <a:avLst/>
          </a:prstGeom>
        </p:spPr>
      </p:pic>
      <p:pic>
        <p:nvPicPr>
          <p:cNvPr id="2050" name="Picture 2" descr="How To Use Jupyter Notebook - An Ultimate Guide - GeeksforGeeks">
            <a:extLst>
              <a:ext uri="{FF2B5EF4-FFF2-40B4-BE49-F238E27FC236}">
                <a16:creationId xmlns:a16="http://schemas.microsoft.com/office/drawing/2014/main" id="{9A00C5E8-5583-6877-C899-F4C789239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64"/>
          <a:stretch/>
        </p:blipFill>
        <p:spPr bwMode="auto">
          <a:xfrm>
            <a:off x="7907019" y="2566565"/>
            <a:ext cx="3222641" cy="389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minder"/>
          <p:cNvSpPr txBox="1">
            <a:spLocks noGrp="1"/>
          </p:cNvSpPr>
          <p:nvPr>
            <p:ph type="title"/>
          </p:nvPr>
        </p:nvSpPr>
        <p:spPr>
          <a:xfrm>
            <a:off x="2324100" y="178594"/>
            <a:ext cx="5915025" cy="1310282"/>
          </a:xfrm>
          <a:prstGeom prst="rect">
            <a:avLst/>
          </a:prstGeom>
        </p:spPr>
        <p:txBody>
          <a:bodyPr/>
          <a:lstStyle/>
          <a:p>
            <a:r>
              <a:rPr lang="en-GB"/>
              <a:t>R</a:t>
            </a:r>
            <a:r>
              <a:rPr err="1"/>
              <a:t>eminder</a:t>
            </a:r>
            <a:endParaRPr/>
          </a:p>
        </p:txBody>
      </p:sp>
      <p:sp>
        <p:nvSpPr>
          <p:cNvPr id="144" name="in general functions are defined :…"/>
          <p:cNvSpPr txBox="1">
            <a:spLocks noGrp="1"/>
          </p:cNvSpPr>
          <p:nvPr>
            <p:ph type="body" idx="1"/>
          </p:nvPr>
        </p:nvSpPr>
        <p:spPr>
          <a:xfrm>
            <a:off x="152400" y="1488876"/>
            <a:ext cx="11887200" cy="4925647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in general functions are defined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</a:t>
            </a:r>
            <a:r>
              <a:rPr err="1"/>
              <a:t>func_name</a:t>
            </a:r>
            <a:r>
              <a:t>(</a:t>
            </a:r>
            <a:r>
              <a:rPr err="1"/>
              <a:t>arguement</a:t>
            </a:r>
            <a:r>
              <a:t>, </a:t>
            </a:r>
            <a:r>
              <a:rPr err="1"/>
              <a:t>arguement</a:t>
            </a:r>
            <a:r>
              <a:t>,…):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"""Text Description."""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declarations_of_local_variables</a:t>
            </a:r>
            <a:endParaRPr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statements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return expression  </a:t>
            </a:r>
            <a:r>
              <a:rPr>
                <a:solidFill>
                  <a:srgbClr val="0433FF"/>
                </a:solidFill>
              </a:rPr>
              <a:t>#optional</a:t>
            </a:r>
          </a:p>
          <a:p>
            <a:pPr marL="401822"/>
            <a:r>
              <a:t>for example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</a:t>
            </a:r>
            <a:r>
              <a:rPr err="1"/>
              <a:t>cat_age</a:t>
            </a:r>
            <a:r>
              <a:t>(</a:t>
            </a:r>
            <a:r>
              <a:rPr err="1"/>
              <a:t>human_age</a:t>
            </a:r>
            <a:r>
              <a:t>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"""Translate human to cat ages."""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multiplier = 4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if (</a:t>
            </a:r>
            <a:r>
              <a:rPr err="1"/>
              <a:t>human_age</a:t>
            </a:r>
            <a:r>
              <a:t>==1): return 15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if (</a:t>
            </a:r>
            <a:r>
              <a:rPr err="1"/>
              <a:t>human_age</a:t>
            </a:r>
            <a:r>
              <a:t>==2): return 24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return </a:t>
            </a:r>
            <a:r>
              <a:rPr err="1"/>
              <a:t>human_age</a:t>
            </a:r>
            <a:r>
              <a:t>*multiplier + 16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functions - cal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F</a:t>
            </a:r>
            <a:r>
              <a:rPr err="1"/>
              <a:t>unctions</a:t>
            </a:r>
            <a:r>
              <a:t> - calling</a:t>
            </a:r>
          </a:p>
        </p:txBody>
      </p:sp>
      <p:sp>
        <p:nvSpPr>
          <p:cNvPr id="149" name="functions are defined before use, and then called by :…"/>
          <p:cNvSpPr txBox="1">
            <a:spLocks noGrp="1"/>
          </p:cNvSpPr>
          <p:nvPr>
            <p:ph type="body" idx="1"/>
          </p:nvPr>
        </p:nvSpPr>
        <p:spPr>
          <a:xfrm>
            <a:off x="152400" y="1946672"/>
            <a:ext cx="11677649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functions are defined before use, and then called by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...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my_age</a:t>
            </a:r>
            <a:r>
              <a:t> = 46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cat_age</a:t>
            </a:r>
            <a:r>
              <a:t>(12)            # pointless, ignores answer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felix_age</a:t>
            </a:r>
            <a:r>
              <a:t> = </a:t>
            </a:r>
            <a:r>
              <a:rPr err="1"/>
              <a:t>cat_age</a:t>
            </a:r>
            <a:r>
              <a:t>(4) # </a:t>
            </a:r>
            <a:r>
              <a:rPr err="1"/>
              <a:t>felix_age</a:t>
            </a:r>
            <a:r>
              <a:t> now 32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cat_age</a:t>
            </a:r>
            <a:r>
              <a:t>(12)      # output ancient!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...</a:t>
            </a:r>
          </a:p>
          <a:p>
            <a:pPr marL="401822"/>
            <a:r>
              <a:t>but of course everything is always more complex than you initially think!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functions - calling"/>
          <p:cNvSpPr txBox="1">
            <a:spLocks noGrp="1"/>
          </p:cNvSpPr>
          <p:nvPr>
            <p:ph type="title"/>
          </p:nvPr>
        </p:nvSpPr>
        <p:spPr>
          <a:xfrm>
            <a:off x="2491409" y="178594"/>
            <a:ext cx="9338640" cy="1714500"/>
          </a:xfrm>
          <a:prstGeom prst="rect">
            <a:avLst/>
          </a:prstGeom>
        </p:spPr>
        <p:txBody>
          <a:bodyPr/>
          <a:lstStyle/>
          <a:p>
            <a:r>
              <a:rPr lang="en-GB" sz="4400"/>
              <a:t>F</a:t>
            </a:r>
            <a:r>
              <a:rPr sz="4400" err="1"/>
              <a:t>unctions</a:t>
            </a:r>
            <a:r>
              <a:rPr sz="4400"/>
              <a:t> </a:t>
            </a:r>
            <a:r>
              <a:rPr lang="en-GB" sz="4400"/>
              <a:t>–</a:t>
            </a:r>
            <a:r>
              <a:rPr sz="4400"/>
              <a:t> calling</a:t>
            </a:r>
            <a:r>
              <a:rPr lang="en-GB" sz="4400"/>
              <a:t> – In class example</a:t>
            </a:r>
            <a:endParaRPr sz="4400"/>
          </a:p>
        </p:txBody>
      </p:sp>
      <p:sp>
        <p:nvSpPr>
          <p:cNvPr id="149" name="functions are defined before use, and then called by :…"/>
          <p:cNvSpPr txBox="1">
            <a:spLocks noGrp="1"/>
          </p:cNvSpPr>
          <p:nvPr>
            <p:ph type="body" idx="1"/>
          </p:nvPr>
        </p:nvSpPr>
        <p:spPr>
          <a:xfrm>
            <a:off x="152401" y="1946672"/>
            <a:ext cx="7441096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lang="en-GB" sz="2800"/>
              <a:t>How many students are in this lecture theatre? We can create a class for students favourite colours. </a:t>
            </a:r>
            <a:br>
              <a:rPr lang="en-GB" sz="2800"/>
            </a:br>
            <a:br>
              <a:rPr lang="en-GB" sz="2800"/>
            </a:br>
            <a:r>
              <a:rPr lang="en-GB" sz="2400"/>
              <a:t>Step 1: Create dataset E.g. ‘</a:t>
            </a:r>
            <a:r>
              <a:rPr lang="en-GB" sz="2400" err="1"/>
              <a:t>Dan_Colour</a:t>
            </a:r>
            <a:r>
              <a:rPr lang="en-GB" sz="2400"/>
              <a:t>=Blue’, 	   	‘</a:t>
            </a:r>
            <a:r>
              <a:rPr lang="en-GB" sz="2400" err="1"/>
              <a:t>Amy_Colour</a:t>
            </a:r>
            <a:r>
              <a:rPr lang="en-GB" sz="2400"/>
              <a:t>=Green’ etc</a:t>
            </a:r>
          </a:p>
          <a:p>
            <a:pPr marL="0" indent="0">
              <a:buNone/>
            </a:pPr>
            <a:r>
              <a:rPr lang="en-GB" sz="2400"/>
              <a:t>	Step 2: You could create a function to count favourite 	colours and name 	these ‘1st’, ‘2</a:t>
            </a:r>
            <a:r>
              <a:rPr lang="en-GB" sz="2400" baseline="30000"/>
              <a:t>nd</a:t>
            </a:r>
            <a:r>
              <a:rPr lang="en-GB" sz="2400"/>
              <a:t>’ and ‘3</a:t>
            </a:r>
            <a:r>
              <a:rPr lang="en-GB" sz="2400" baseline="30000"/>
              <a:t>rd</a:t>
            </a:r>
            <a:r>
              <a:rPr lang="en-GB" sz="2400"/>
              <a:t>’</a:t>
            </a:r>
          </a:p>
          <a:p>
            <a:pPr marL="0" indent="0">
              <a:buNone/>
            </a:pPr>
            <a:r>
              <a:rPr lang="en-GB" sz="2400"/>
              <a:t>	Step 3: Then you could use the calling function to 	automatically print the	top 3 favourites</a:t>
            </a:r>
          </a:p>
          <a:p>
            <a:pPr marL="401822"/>
            <a:endParaRPr lang="en-GB"/>
          </a:p>
        </p:txBody>
      </p:sp>
      <p:pic>
        <p:nvPicPr>
          <p:cNvPr id="3074" name="Picture 2" descr="Color Theory Printable Wheel Home Decor Wall Art Digital image 1">
            <a:extLst>
              <a:ext uri="{FF2B5EF4-FFF2-40B4-BE49-F238E27FC236}">
                <a16:creationId xmlns:a16="http://schemas.microsoft.com/office/drawing/2014/main" id="{581C9CF8-40CA-FCFF-A26B-1BDA9410F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331" y="2135515"/>
            <a:ext cx="4194313" cy="419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B87217-6F07-988F-48A2-E22056DBA561}"/>
              </a:ext>
            </a:extLst>
          </p:cNvPr>
          <p:cNvSpPr/>
          <p:nvPr/>
        </p:nvSpPr>
        <p:spPr>
          <a:xfrm>
            <a:off x="556590" y="3749101"/>
            <a:ext cx="6798365" cy="718145"/>
          </a:xfrm>
          <a:prstGeom prst="rect">
            <a:avLst/>
          </a:prstGeom>
          <a:solidFill>
            <a:srgbClr val="E65D19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Step 1?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07281D-025B-BB6A-221F-4C7A3CCC70FD}"/>
              </a:ext>
            </a:extLst>
          </p:cNvPr>
          <p:cNvSpPr/>
          <p:nvPr/>
        </p:nvSpPr>
        <p:spPr>
          <a:xfrm>
            <a:off x="556591" y="4656875"/>
            <a:ext cx="6798366" cy="718145"/>
          </a:xfrm>
          <a:prstGeom prst="rect">
            <a:avLst/>
          </a:prstGeom>
          <a:solidFill>
            <a:srgbClr val="452E47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Step 2?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8A69C-D23D-385C-B96E-5EC313EFDDEE}"/>
              </a:ext>
            </a:extLst>
          </p:cNvPr>
          <p:cNvSpPr/>
          <p:nvPr/>
        </p:nvSpPr>
        <p:spPr>
          <a:xfrm>
            <a:off x="556591" y="5587773"/>
            <a:ext cx="6798366" cy="718145"/>
          </a:xfrm>
          <a:prstGeom prst="rect">
            <a:avLst/>
          </a:prstGeom>
          <a:solidFill>
            <a:srgbClr val="B75B6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Step 3?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21289-5D89-0B28-D33A-F55F8DAE2972}"/>
              </a:ext>
            </a:extLst>
          </p:cNvPr>
          <p:cNvSpPr txBox="1"/>
          <p:nvPr/>
        </p:nvSpPr>
        <p:spPr>
          <a:xfrm>
            <a:off x="2221427" y="2810549"/>
            <a:ext cx="493930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How would we do it? </a:t>
            </a:r>
          </a:p>
        </p:txBody>
      </p:sp>
    </p:spTree>
    <p:extLst>
      <p:ext uri="{BB962C8B-B14F-4D97-AF65-F5344CB8AC3E}">
        <p14:creationId xmlns:p14="http://schemas.microsoft.com/office/powerpoint/2010/main" val="17351056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multiple function inputs"/>
          <p:cNvSpPr txBox="1">
            <a:spLocks noGrp="1"/>
          </p:cNvSpPr>
          <p:nvPr>
            <p:ph type="title"/>
          </p:nvPr>
        </p:nvSpPr>
        <p:spPr>
          <a:xfrm>
            <a:off x="197167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M</a:t>
            </a:r>
            <a:r>
              <a:rPr err="1"/>
              <a:t>ultiple</a:t>
            </a:r>
            <a:r>
              <a:t> function inputs</a:t>
            </a:r>
          </a:p>
        </p:txBody>
      </p:sp>
      <p:sp>
        <p:nvSpPr>
          <p:cNvPr id="152" name="best by example :…"/>
          <p:cNvSpPr txBox="1">
            <a:spLocks noGrp="1"/>
          </p:cNvSpPr>
          <p:nvPr>
            <p:ph type="body" idx="1"/>
          </p:nvPr>
        </p:nvSpPr>
        <p:spPr>
          <a:xfrm>
            <a:off x="800100" y="1946672"/>
            <a:ext cx="11068050" cy="4018359"/>
          </a:xfrm>
          <a:prstGeom prst="rect">
            <a:avLst/>
          </a:prstGeom>
        </p:spPr>
        <p:txBody>
          <a:bodyPr/>
          <a:lstStyle/>
          <a:p>
            <a:pPr marL="401822"/>
            <a:r>
              <a:t>best by example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max(a, b):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"""Print the maximum of a, b."""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if (a&gt;b):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print(a)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else: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print(b)</a:t>
            </a:r>
          </a:p>
          <a:p>
            <a:pPr marL="401822"/>
            <a:r>
              <a:t>called by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max(3,4)            </a:t>
            </a:r>
            <a:r>
              <a:rPr>
                <a:solidFill>
                  <a:srgbClr val="0433FF"/>
                </a:solidFill>
              </a:rPr>
              <a:t># with literals, prints 4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fred</a:t>
            </a:r>
            <a:r>
              <a:t>, </a:t>
            </a:r>
            <a:r>
              <a:rPr err="1"/>
              <a:t>anne</a:t>
            </a:r>
            <a:r>
              <a:t> = 7,6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max(</a:t>
            </a:r>
            <a:r>
              <a:rPr err="1"/>
              <a:t>fred</a:t>
            </a:r>
            <a:r>
              <a:t>, </a:t>
            </a:r>
            <a:r>
              <a:rPr err="1"/>
              <a:t>anne</a:t>
            </a:r>
            <a:r>
              <a:t>)     </a:t>
            </a:r>
            <a:r>
              <a:rPr>
                <a:solidFill>
                  <a:srgbClr val="0433FF"/>
                </a:solidFill>
              </a:rPr>
              <a:t># with variables, prints 7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ositional inputs"/>
          <p:cNvSpPr txBox="1">
            <a:spLocks noGrp="1"/>
          </p:cNvSpPr>
          <p:nvPr>
            <p:ph type="title"/>
          </p:nvPr>
        </p:nvSpPr>
        <p:spPr>
          <a:xfrm>
            <a:off x="119062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 i="1"/>
              <a:t>P</a:t>
            </a:r>
            <a:r>
              <a:rPr i="1" err="1"/>
              <a:t>ositional</a:t>
            </a:r>
            <a:r>
              <a:t> inputs</a:t>
            </a:r>
          </a:p>
        </p:txBody>
      </p:sp>
      <p:sp>
        <p:nvSpPr>
          <p:cNvPr id="155" name="best by example :…"/>
          <p:cNvSpPr txBox="1">
            <a:spLocks noGrp="1"/>
          </p:cNvSpPr>
          <p:nvPr>
            <p:ph type="body" idx="1"/>
          </p:nvPr>
        </p:nvSpPr>
        <p:spPr>
          <a:xfrm>
            <a:off x="285750" y="1946672"/>
            <a:ext cx="11420475" cy="4018359"/>
          </a:xfrm>
          <a:prstGeom prst="rect">
            <a:avLst/>
          </a:prstGeom>
        </p:spPr>
        <p:txBody>
          <a:bodyPr/>
          <a:lstStyle/>
          <a:p>
            <a:pPr marL="401822"/>
            <a:r>
              <a:t>best by example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max(a, b):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"""Print the maximum of a, b."""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if (a&gt;b):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print(a)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else: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print(b)</a:t>
            </a:r>
          </a:p>
          <a:p>
            <a:pPr marL="401822"/>
            <a:r>
              <a:t>called by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max(3,4)            </a:t>
            </a:r>
            <a:r>
              <a:rPr>
                <a:solidFill>
                  <a:srgbClr val="0433FF"/>
                </a:solidFill>
              </a:rPr>
              <a:t># with literals, prints 4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fred</a:t>
            </a:r>
            <a:r>
              <a:t>, </a:t>
            </a:r>
            <a:r>
              <a:rPr err="1"/>
              <a:t>anne</a:t>
            </a:r>
            <a:r>
              <a:t> = 7,6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max(</a:t>
            </a:r>
            <a:r>
              <a:rPr err="1"/>
              <a:t>fred</a:t>
            </a:r>
            <a:r>
              <a:t>, </a:t>
            </a:r>
            <a:r>
              <a:rPr err="1"/>
              <a:t>anne</a:t>
            </a:r>
            <a:r>
              <a:t>)     </a:t>
            </a:r>
            <a:r>
              <a:rPr>
                <a:solidFill>
                  <a:srgbClr val="0433FF"/>
                </a:solidFill>
              </a:rPr>
              <a:t># with variables, prints 7</a:t>
            </a:r>
          </a:p>
        </p:txBody>
      </p:sp>
      <p:pic>
        <p:nvPicPr>
          <p:cNvPr id="156" name="Line Line" descr="Line with arrowhea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6213415">
            <a:off x="1037971" y="3717856"/>
            <a:ext cx="2672132" cy="321964"/>
          </a:xfrm>
          <a:prstGeom prst="rect">
            <a:avLst/>
          </a:prstGeom>
        </p:spPr>
      </p:pic>
      <p:pic>
        <p:nvPicPr>
          <p:cNvPr id="158" name="Line Line" descr="Line with arrowhea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6213415">
            <a:off x="1477325" y="3623658"/>
            <a:ext cx="2752499" cy="491792"/>
          </a:xfrm>
          <a:prstGeom prst="rect">
            <a:avLst/>
          </a:prstGeom>
        </p:spPr>
      </p:pic>
      <p:sp>
        <p:nvSpPr>
          <p:cNvPr id="160" name="Have to remember order"/>
          <p:cNvSpPr txBox="1"/>
          <p:nvPr/>
        </p:nvSpPr>
        <p:spPr>
          <a:xfrm>
            <a:off x="6181045" y="3692574"/>
            <a:ext cx="3917740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rgbClr val="942192"/>
                </a:solidFill>
              </a:defRPr>
            </a:lvl1pPr>
          </a:lstStyle>
          <a:p>
            <a:pPr algn="ctr" defTabSz="410751" hangingPunct="0"/>
            <a:r>
              <a:rPr sz="2953" kern="0">
                <a:latin typeface="Gill Sans"/>
                <a:sym typeface="Gill Sans"/>
              </a:rPr>
              <a:t>Have to remember order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keyword inputs"/>
          <p:cNvSpPr txBox="1">
            <a:spLocks noGrp="1"/>
          </p:cNvSpPr>
          <p:nvPr>
            <p:ph type="title"/>
          </p:nvPr>
        </p:nvSpPr>
        <p:spPr>
          <a:xfrm>
            <a:off x="1323975" y="-28667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 i="1"/>
              <a:t>K</a:t>
            </a:r>
            <a:r>
              <a:rPr i="1" err="1"/>
              <a:t>eyword</a:t>
            </a:r>
            <a:r>
              <a:t> inputs</a:t>
            </a:r>
          </a:p>
        </p:txBody>
      </p:sp>
      <p:sp>
        <p:nvSpPr>
          <p:cNvPr id="163" name="best by example :…"/>
          <p:cNvSpPr txBox="1">
            <a:spLocks noGrp="1"/>
          </p:cNvSpPr>
          <p:nvPr>
            <p:ph type="body" idx="1"/>
          </p:nvPr>
        </p:nvSpPr>
        <p:spPr>
          <a:xfrm>
            <a:off x="476250" y="1946672"/>
            <a:ext cx="11201400" cy="4018359"/>
          </a:xfrm>
          <a:prstGeom prst="rect">
            <a:avLst/>
          </a:prstGeom>
        </p:spPr>
        <p:txBody>
          <a:bodyPr/>
          <a:lstStyle/>
          <a:p>
            <a:pPr marL="401822"/>
            <a:r>
              <a:t>best by example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max(a, b):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"""Print the maximum of a, b."""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if (a&gt;b):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print(a)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else: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print(b)</a:t>
            </a:r>
          </a:p>
          <a:p>
            <a:pPr marL="401822"/>
            <a:r>
              <a:t>called by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max(b=3,a=4)            </a:t>
            </a:r>
            <a:r>
              <a:rPr>
                <a:solidFill>
                  <a:srgbClr val="0433FF"/>
                </a:solidFill>
              </a:rPr>
              <a:t># with literals, prints 4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fred</a:t>
            </a:r>
            <a:r>
              <a:t>, </a:t>
            </a:r>
            <a:r>
              <a:rPr err="1"/>
              <a:t>anne</a:t>
            </a:r>
            <a:r>
              <a:t> = 7,6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max(a=</a:t>
            </a:r>
            <a:r>
              <a:rPr err="1"/>
              <a:t>fred</a:t>
            </a:r>
            <a:r>
              <a:t>, b=</a:t>
            </a:r>
            <a:r>
              <a:rPr err="1"/>
              <a:t>anne</a:t>
            </a:r>
            <a:r>
              <a:t>)     </a:t>
            </a:r>
            <a:r>
              <a:rPr>
                <a:solidFill>
                  <a:srgbClr val="0433FF"/>
                </a:solidFill>
              </a:rPr>
              <a:t># with variables, prints 7</a:t>
            </a:r>
          </a:p>
        </p:txBody>
      </p:sp>
      <p:pic>
        <p:nvPicPr>
          <p:cNvPr id="164" name="Line Line" descr="Line with arrowhea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5079364">
            <a:off x="1696773" y="3636464"/>
            <a:ext cx="2748423" cy="328135"/>
          </a:xfrm>
          <a:prstGeom prst="rect">
            <a:avLst/>
          </a:prstGeom>
        </p:spPr>
      </p:pic>
      <p:pic>
        <p:nvPicPr>
          <p:cNvPr id="166" name="Line Line" descr="Line with arrowhea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6585504">
            <a:off x="1466410" y="3636326"/>
            <a:ext cx="2881036" cy="378212"/>
          </a:xfrm>
          <a:prstGeom prst="rect">
            <a:avLst/>
          </a:prstGeom>
        </p:spPr>
      </p:pic>
      <p:sp>
        <p:nvSpPr>
          <p:cNvPr id="168" name="Have to remember keywords"/>
          <p:cNvSpPr txBox="1"/>
          <p:nvPr/>
        </p:nvSpPr>
        <p:spPr>
          <a:xfrm>
            <a:off x="5866054" y="3692574"/>
            <a:ext cx="454772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rgbClr val="942192"/>
                </a:solidFill>
              </a:defRPr>
            </a:lvl1pPr>
          </a:lstStyle>
          <a:p>
            <a:pPr algn="ctr" defTabSz="410751" hangingPunct="0"/>
            <a:r>
              <a:rPr sz="2953" kern="0">
                <a:latin typeface="Gill Sans"/>
                <a:sym typeface="Gill Sans"/>
              </a:rPr>
              <a:t>Have to remember keywords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default inputs"/>
          <p:cNvSpPr txBox="1">
            <a:spLocks noGrp="1"/>
          </p:cNvSpPr>
          <p:nvPr>
            <p:ph type="title"/>
          </p:nvPr>
        </p:nvSpPr>
        <p:spPr>
          <a:xfrm>
            <a:off x="115252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</a:t>
            </a:r>
            <a:r>
              <a:rPr err="1"/>
              <a:t>efault</a:t>
            </a:r>
            <a:r>
              <a:t> inputs</a:t>
            </a:r>
          </a:p>
        </p:txBody>
      </p:sp>
      <p:sp>
        <p:nvSpPr>
          <p:cNvPr id="171" name="best by example :…"/>
          <p:cNvSpPr txBox="1">
            <a:spLocks noGrp="1"/>
          </p:cNvSpPr>
          <p:nvPr>
            <p:ph type="body" idx="1"/>
          </p:nvPr>
        </p:nvSpPr>
        <p:spPr>
          <a:xfrm>
            <a:off x="228600" y="1946672"/>
            <a:ext cx="11658600" cy="4018359"/>
          </a:xfrm>
          <a:prstGeom prst="rect">
            <a:avLst/>
          </a:prstGeom>
        </p:spPr>
        <p:txBody>
          <a:bodyPr/>
          <a:lstStyle/>
          <a:p>
            <a:pPr marL="401822"/>
            <a:r>
              <a:t>best by example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max(a, b=100):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"""Print the maximum of a, b, badly."""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if (a&gt;b): print(a)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else:     print(b)</a:t>
            </a:r>
          </a:p>
          <a:p>
            <a:pPr marL="401822"/>
            <a:r>
              <a:t>called by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max(3,4)     </a:t>
            </a:r>
            <a:r>
              <a:rPr>
                <a:solidFill>
                  <a:srgbClr val="0433FF"/>
                </a:solidFill>
              </a:rPr>
              <a:t># with literals, prints 4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fred</a:t>
            </a:r>
            <a:r>
              <a:t> = 7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max(</a:t>
            </a:r>
            <a:r>
              <a:rPr err="1"/>
              <a:t>fred</a:t>
            </a:r>
            <a:r>
              <a:t>)    </a:t>
            </a:r>
            <a:r>
              <a:rPr>
                <a:solidFill>
                  <a:srgbClr val="0433FF"/>
                </a:solidFill>
              </a:rPr>
              <a:t># with variable, prints 100 </a:t>
            </a:r>
            <a:r>
              <a:rPr err="1">
                <a:solidFill>
                  <a:srgbClr val="0433FF"/>
                </a:solidFill>
              </a:rPr>
              <a:t>fred</a:t>
            </a:r>
            <a:r>
              <a:rPr>
                <a:solidFill>
                  <a:srgbClr val="0433FF"/>
                </a:solidFill>
              </a:rPr>
              <a:t>-&gt;a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max(a=7,b=3) </a:t>
            </a:r>
            <a:r>
              <a:rPr>
                <a:solidFill>
                  <a:srgbClr val="0433FF"/>
                </a:solidFill>
              </a:rPr>
              <a:t># with literals, prints 7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max(b=10)    </a:t>
            </a:r>
            <a:r>
              <a:rPr>
                <a:solidFill>
                  <a:srgbClr val="0433FF"/>
                </a:solidFill>
              </a:rPr>
              <a:t># error, b-&gt;10, but a undefined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better default example"/>
          <p:cNvSpPr txBox="1">
            <a:spLocks noGrp="1"/>
          </p:cNvSpPr>
          <p:nvPr>
            <p:ph type="title"/>
          </p:nvPr>
        </p:nvSpPr>
        <p:spPr>
          <a:xfrm>
            <a:off x="1847850" y="-78581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t>better default example </a:t>
            </a:r>
          </a:p>
        </p:txBody>
      </p:sp>
      <p:sp>
        <p:nvSpPr>
          <p:cNvPr id="174" name="def ask(prompt, retries=4, reminder='try again!'):…"/>
          <p:cNvSpPr txBox="1">
            <a:spLocks noGrp="1"/>
          </p:cNvSpPr>
          <p:nvPr>
            <p:ph type="body" idx="1"/>
          </p:nvPr>
        </p:nvSpPr>
        <p:spPr>
          <a:xfrm>
            <a:off x="171451" y="2213414"/>
            <a:ext cx="12020549" cy="4644586"/>
          </a:xfrm>
          <a:prstGeom prst="rect">
            <a:avLst/>
          </a:prstGeom>
        </p:spPr>
        <p:txBody>
          <a:bodyPr/>
          <a:lstStyle/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ask(prompt, retries=4, reminder='try again!'):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while True: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ok = input(prompt)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if ok in ('</a:t>
            </a:r>
            <a:r>
              <a:rPr err="1"/>
              <a:t>y','yes</a:t>
            </a:r>
            <a:r>
              <a:t>'):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    return True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if ok in ('n', 'no'):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    return False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retries = retries - 1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if retries &lt; 0:  print('</a:t>
            </a:r>
            <a:r>
              <a:rPr err="1"/>
              <a:t>arghh</a:t>
            </a:r>
            <a:r>
              <a:t>!')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print(reminder)</a:t>
            </a:r>
          </a:p>
          <a:p>
            <a:pPr marL="401822"/>
            <a:r>
              <a:t>called by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ask("want a quiz?")           </a:t>
            </a:r>
            <a:r>
              <a:rPr>
                <a:solidFill>
                  <a:srgbClr val="0433FF"/>
                </a:solidFill>
              </a:rPr>
              <a:t># both defaults used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ask("should I erase?", 3)  </a:t>
            </a:r>
            <a:r>
              <a:rPr>
                <a:solidFill>
                  <a:srgbClr val="0433FF"/>
                </a:solidFill>
              </a:rPr>
              <a:t># default reminder only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433FF"/>
                </a:solidFill>
              </a:rPr>
              <a:t>ask</a:t>
            </a:r>
            <a:r>
              <a:t>("should I erase?", 2, "response PLEASE!")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avoid changing inpu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A</a:t>
            </a:r>
            <a:r>
              <a:t>void changing inputs</a:t>
            </a:r>
          </a:p>
        </p:txBody>
      </p:sp>
      <p:sp>
        <p:nvSpPr>
          <p:cNvPr id="177" name="best by example - only the value of x passes:…"/>
          <p:cNvSpPr txBox="1">
            <a:spLocks noGrp="1"/>
          </p:cNvSpPr>
          <p:nvPr>
            <p:ph type="body" idx="1"/>
          </p:nvPr>
        </p:nvSpPr>
        <p:spPr>
          <a:xfrm>
            <a:off x="447674" y="1946672"/>
            <a:ext cx="11325225" cy="4018359"/>
          </a:xfrm>
          <a:prstGeom prst="rect">
            <a:avLst/>
          </a:prstGeom>
        </p:spPr>
        <p:txBody>
          <a:bodyPr/>
          <a:lstStyle/>
          <a:p>
            <a:pPr marL="401822"/>
            <a:r>
              <a:t>best by example - only the </a:t>
            </a:r>
            <a:r>
              <a:rPr i="1"/>
              <a:t>value</a:t>
            </a:r>
            <a:r>
              <a:t> of x passes: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x = 10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tweak(a):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"""Print then tweak then print."""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print(a)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a = 20; print (a) </a:t>
            </a:r>
          </a:p>
          <a:p>
            <a:pPr marL="401822"/>
            <a:r>
              <a:t>once inside you are in a different </a:t>
            </a:r>
            <a:r>
              <a:rPr i="1"/>
              <a:t>scope</a:t>
            </a:r>
            <a:r>
              <a:t>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tweak(x)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print(x)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printed result is 10 (inside), then 20 (inside),</a:t>
            </a:r>
            <a:br>
              <a:rPr/>
            </a:br>
            <a:r>
              <a:t># then 10 (outside, unchanged)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unction outputs"/>
          <p:cNvSpPr txBox="1">
            <a:spLocks noGrp="1"/>
          </p:cNvSpPr>
          <p:nvPr>
            <p:ph type="title"/>
          </p:nvPr>
        </p:nvSpPr>
        <p:spPr>
          <a:xfrm>
            <a:off x="2647950" y="0"/>
            <a:ext cx="6629400" cy="1768078"/>
          </a:xfrm>
          <a:prstGeom prst="rect">
            <a:avLst/>
          </a:prstGeom>
        </p:spPr>
        <p:txBody>
          <a:bodyPr/>
          <a:lstStyle/>
          <a:p>
            <a:r>
              <a:t>function outputs</a:t>
            </a:r>
          </a:p>
        </p:txBody>
      </p:sp>
      <p:sp>
        <p:nvSpPr>
          <p:cNvPr id="180" name="every function (just like in maths) returns one thing, using the return statement:…"/>
          <p:cNvSpPr txBox="1">
            <a:spLocks noGrp="1"/>
          </p:cNvSpPr>
          <p:nvPr>
            <p:ph type="body" idx="1"/>
          </p:nvPr>
        </p:nvSpPr>
        <p:spPr>
          <a:xfrm>
            <a:off x="685800" y="1946672"/>
            <a:ext cx="10315575" cy="4018359"/>
          </a:xfrm>
          <a:prstGeom prst="rect">
            <a:avLst/>
          </a:prstGeom>
        </p:spPr>
        <p:txBody>
          <a:bodyPr/>
          <a:lstStyle/>
          <a:p>
            <a:pPr marL="401822"/>
            <a:r>
              <a:t>every function (just like in </a:t>
            </a:r>
            <a:r>
              <a:rPr err="1"/>
              <a:t>maths</a:t>
            </a:r>
            <a:r>
              <a:t>) returns one thing, using the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t> statement: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addition(a, b):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"""Is there a duller function?."""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return </a:t>
            </a:r>
            <a:r>
              <a:rPr err="1"/>
              <a:t>a+b</a:t>
            </a:r>
            <a:endParaRPr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sum = addition(3,7) </a:t>
            </a:r>
            <a:r>
              <a:rPr>
                <a:solidFill>
                  <a:srgbClr val="0433FF"/>
                </a:solidFill>
              </a:rPr>
              <a:t># usage is dull too</a:t>
            </a:r>
            <a:r>
              <a:t> </a:t>
            </a:r>
          </a:p>
          <a:p>
            <a:pPr marL="401822"/>
            <a:r>
              <a:t>even if you don't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t>, you actually do, you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return</a:t>
            </a:r>
            <a:r>
              <a:t> with a value of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None</a:t>
            </a:r>
            <a:r>
              <a:t>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function outpu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function outputs</a:t>
            </a:r>
          </a:p>
        </p:txBody>
      </p:sp>
      <p:sp>
        <p:nvSpPr>
          <p:cNvPr id="183" name="but what if I need to return more than one thing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1822"/>
            <a:r>
              <a:t>but what if I need to return more than one thing?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</a:t>
            </a:r>
            <a:r>
              <a:rPr err="1"/>
              <a:t>add_sub</a:t>
            </a:r>
            <a:r>
              <a:t>(a, b):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"""Still a dull function."""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return </a:t>
            </a:r>
            <a:r>
              <a:rPr err="1"/>
              <a:t>a+b</a:t>
            </a:r>
            <a:r>
              <a:t>, a-b  </a:t>
            </a:r>
            <a:r>
              <a:rPr>
                <a:solidFill>
                  <a:srgbClr val="0433FF"/>
                </a:solidFill>
              </a:rPr>
              <a:t># return a tuple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sum, difference = </a:t>
            </a:r>
            <a:r>
              <a:rPr err="1"/>
              <a:t>add_sub</a:t>
            </a:r>
            <a:r>
              <a:t>(3,7) </a:t>
            </a:r>
            <a:r>
              <a:rPr>
                <a:solidFill>
                  <a:srgbClr val="0433FF"/>
                </a:solidFill>
              </a:rPr>
              <a:t># get back tuple</a:t>
            </a:r>
            <a:r>
              <a:t> </a:t>
            </a:r>
          </a:p>
          <a:p>
            <a:pPr marL="401822"/>
            <a:r>
              <a:t>just return a tuple, list or dictionary!</a:t>
            </a:r>
            <a:br>
              <a:rPr/>
            </a:br>
            <a:r>
              <a:t>Usually the purpose of the function will suggest which one is best.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documentation strings"/>
          <p:cNvSpPr txBox="1">
            <a:spLocks noGrp="1"/>
          </p:cNvSpPr>
          <p:nvPr>
            <p:ph type="title"/>
          </p:nvPr>
        </p:nvSpPr>
        <p:spPr>
          <a:xfrm>
            <a:off x="1409700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</a:t>
            </a:r>
            <a:r>
              <a:rPr err="1"/>
              <a:t>ocumentation</a:t>
            </a:r>
            <a:r>
              <a:t> strings</a:t>
            </a:r>
          </a:p>
        </p:txBody>
      </p:sp>
      <p:sp>
        <p:nvSpPr>
          <p:cNvPr id="186" name="all functions can have text as their first line.…"/>
          <p:cNvSpPr txBox="1">
            <a:spLocks noGrp="1"/>
          </p:cNvSpPr>
          <p:nvPr>
            <p:ph type="body" idx="1"/>
          </p:nvPr>
        </p:nvSpPr>
        <p:spPr>
          <a:xfrm>
            <a:off x="866775" y="1946672"/>
            <a:ext cx="10134600" cy="4429125"/>
          </a:xfrm>
          <a:prstGeom prst="rect">
            <a:avLst/>
          </a:prstGeom>
        </p:spPr>
        <p:txBody>
          <a:bodyPr/>
          <a:lstStyle/>
          <a:p>
            <a:r>
              <a:t>all functions can have text as their first line.</a:t>
            </a:r>
          </a:p>
          <a:p>
            <a:r>
              <a:t>this can be a one line, or multiple lines </a:t>
            </a:r>
            <a:br>
              <a:rPr/>
            </a:b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r>
              <a:rPr sz="1687">
                <a:latin typeface="Courier"/>
                <a:ea typeface="Courier"/>
                <a:cs typeface="Courier"/>
                <a:sym typeface="Courier"/>
              </a:rPr>
              <a:t>def </a:t>
            </a:r>
            <a:r>
              <a:rPr sz="1687" err="1">
                <a:latin typeface="Courier"/>
                <a:ea typeface="Courier"/>
                <a:cs typeface="Courier"/>
                <a:sym typeface="Courier"/>
              </a:rPr>
              <a:t>some_random_function</a:t>
            </a:r>
            <a:r>
              <a:rPr sz="1687">
                <a:latin typeface="Courier"/>
                <a:ea typeface="Courier"/>
                <a:cs typeface="Courier"/>
                <a:sym typeface="Courier"/>
              </a:rPr>
              <a:t>():</a:t>
            </a: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r>
              <a:rPr sz="1687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    """Capital start, brief description, </a:t>
            </a:r>
            <a:r>
              <a:rPr sz="1687" err="1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endstop</a:t>
            </a:r>
            <a:r>
              <a:rPr sz="1687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.</a:t>
            </a:r>
            <a:br>
              <a:rPr sz="1687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</a:br>
            <a:br>
              <a:rPr sz="1687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1687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After blank line, more detailed descriptions can go on for as many lines as you want"""</a:t>
            </a:r>
          </a:p>
          <a:p>
            <a:r>
              <a:t>convention - Python uses these as documentation, and the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help() </a:t>
            </a:r>
            <a:r>
              <a:t>function fetches them.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7793B-CBED-A7E9-0DB5-9B2E1C1C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IMPORTANT - STRINGS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945E1-AA67-30DF-1270-206A84221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565" y="1946672"/>
            <a:ext cx="11887200" cy="1604911"/>
          </a:xfrm>
        </p:spPr>
        <p:txBody>
          <a:bodyPr/>
          <a:lstStyle/>
          <a:p>
            <a:r>
              <a:rPr lang="en-US" sz="2000"/>
              <a:t>Strings are different to floats and </a:t>
            </a:r>
            <a:r>
              <a:rPr lang="en-US" sz="2000" err="1"/>
              <a:t>integars</a:t>
            </a:r>
            <a:r>
              <a:rPr lang="en-US" sz="2000"/>
              <a:t> etc. </a:t>
            </a:r>
          </a:p>
          <a:p>
            <a:r>
              <a:rPr lang="en-US" sz="2000"/>
              <a:t>When you receive a string. This is simply a list of characters in a row.</a:t>
            </a:r>
          </a:p>
          <a:p>
            <a:r>
              <a:rPr lang="en-US" sz="2000"/>
              <a:t>Take this piece of string… Each flag represents a character but we need to tell the code what to do with each character</a:t>
            </a:r>
          </a:p>
          <a:p>
            <a:r>
              <a:rPr lang="en-US" sz="2000"/>
              <a:t>To us we can see what it says 😎, but the code needs help in figuring it out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String of Flags">
                <a:extLst>
                  <a:ext uri="{FF2B5EF4-FFF2-40B4-BE49-F238E27FC236}">
                    <a16:creationId xmlns:a16="http://schemas.microsoft.com/office/drawing/2014/main" id="{DD70FF48-4E42-8CD5-D0FF-B11DE2F900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81307811"/>
                  </p:ext>
                </p:extLst>
              </p:nvPr>
            </p:nvGraphicFramePr>
            <p:xfrm>
              <a:off x="860987" y="4327417"/>
              <a:ext cx="9955127" cy="184809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9955127" cy="1848096"/>
                    </a:xfrm>
                    <a:prstGeom prst="rect">
                      <a:avLst/>
                    </a:prstGeom>
                  </am3d:spPr>
                  <am3d:camera>
                    <am3d:pos x="0" y="0" z="4780868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44" d="1000000"/>
                    <am3d:preTrans dx="-97" dy="2842606" dz="70757"/>
                    <am3d:scale>
                      <am3d:sx n="1000000" d="1000000"/>
                      <am3d:sy n="1000000" d="1000000"/>
                      <am3d:sz n="1000000" d="1000000"/>
                    </am3d:scale>
                    <am3d:rot ax="1110860" ay="175342" az="5868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043565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String of Flags">
                <a:extLst>
                  <a:ext uri="{FF2B5EF4-FFF2-40B4-BE49-F238E27FC236}">
                    <a16:creationId xmlns:a16="http://schemas.microsoft.com/office/drawing/2014/main" id="{DD70FF48-4E42-8CD5-D0FF-B11DE2F900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0987" y="4327417"/>
                <a:ext cx="9955127" cy="1848096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A5B5599-C4D6-79D9-EFDC-BEB87C42D1C9}"/>
              </a:ext>
            </a:extLst>
          </p:cNvPr>
          <p:cNvSpPr txBox="1"/>
          <p:nvPr/>
        </p:nvSpPr>
        <p:spPr>
          <a:xfrm>
            <a:off x="1246045" y="5268118"/>
            <a:ext cx="506549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0FF78-9C2D-CEE4-8411-00380DE37D97}"/>
              </a:ext>
            </a:extLst>
          </p:cNvPr>
          <p:cNvSpPr txBox="1"/>
          <p:nvPr/>
        </p:nvSpPr>
        <p:spPr>
          <a:xfrm>
            <a:off x="2178232" y="5429991"/>
            <a:ext cx="46166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3DFD90-F3EF-ECEF-72D3-372A65DAA12D}"/>
              </a:ext>
            </a:extLst>
          </p:cNvPr>
          <p:cNvSpPr txBox="1"/>
          <p:nvPr/>
        </p:nvSpPr>
        <p:spPr>
          <a:xfrm>
            <a:off x="2946102" y="5642579"/>
            <a:ext cx="522580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0F4DD-04EA-61CE-E5ED-5B547302D944}"/>
              </a:ext>
            </a:extLst>
          </p:cNvPr>
          <p:cNvSpPr txBox="1"/>
          <p:nvPr/>
        </p:nvSpPr>
        <p:spPr>
          <a:xfrm>
            <a:off x="3965205" y="5659232"/>
            <a:ext cx="237244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EE5EA-9E88-8E07-B400-517E17FE7F83}"/>
              </a:ext>
            </a:extLst>
          </p:cNvPr>
          <p:cNvSpPr txBox="1"/>
          <p:nvPr/>
        </p:nvSpPr>
        <p:spPr>
          <a:xfrm>
            <a:off x="4836626" y="5801052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F2CEFA-568E-7C81-9972-59C660BE37AD}"/>
              </a:ext>
            </a:extLst>
          </p:cNvPr>
          <p:cNvSpPr txBox="1"/>
          <p:nvPr/>
        </p:nvSpPr>
        <p:spPr>
          <a:xfrm>
            <a:off x="5634161" y="5801052"/>
            <a:ext cx="367088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057A86-F4C6-2006-782D-68E85597773B}"/>
              </a:ext>
            </a:extLst>
          </p:cNvPr>
          <p:cNvSpPr txBox="1"/>
          <p:nvPr/>
        </p:nvSpPr>
        <p:spPr>
          <a:xfrm>
            <a:off x="6533970" y="5801052"/>
            <a:ext cx="237244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818DE5-A92F-ABDF-57D9-6112EB9B5210}"/>
              </a:ext>
            </a:extLst>
          </p:cNvPr>
          <p:cNvSpPr txBox="1"/>
          <p:nvPr/>
        </p:nvSpPr>
        <p:spPr>
          <a:xfrm>
            <a:off x="7299636" y="5666587"/>
            <a:ext cx="349456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36D51A-F17B-9D40-7C69-6E3916DAD027}"/>
              </a:ext>
            </a:extLst>
          </p:cNvPr>
          <p:cNvSpPr txBox="1"/>
          <p:nvPr/>
        </p:nvSpPr>
        <p:spPr>
          <a:xfrm>
            <a:off x="8112593" y="5534584"/>
            <a:ext cx="501740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CBA8D-671A-A37D-D921-ABA256714E05}"/>
              </a:ext>
            </a:extLst>
          </p:cNvPr>
          <p:cNvSpPr txBox="1"/>
          <p:nvPr/>
        </p:nvSpPr>
        <p:spPr>
          <a:xfrm>
            <a:off x="8983009" y="5429991"/>
            <a:ext cx="42800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18897F-77A2-ADA8-C578-D3D6147F9F6B}"/>
              </a:ext>
            </a:extLst>
          </p:cNvPr>
          <p:cNvSpPr txBox="1"/>
          <p:nvPr/>
        </p:nvSpPr>
        <p:spPr>
          <a:xfrm>
            <a:off x="9852434" y="5160122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044685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String of Flags">
                <a:extLst>
                  <a:ext uri="{FF2B5EF4-FFF2-40B4-BE49-F238E27FC236}">
                    <a16:creationId xmlns:a16="http://schemas.microsoft.com/office/drawing/2014/main" id="{0E140C52-DE23-EDDE-B4DC-A91EEF7B3C6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0679754"/>
                  </p:ext>
                </p:extLst>
              </p:nvPr>
            </p:nvGraphicFramePr>
            <p:xfrm>
              <a:off x="860987" y="4327417"/>
              <a:ext cx="9955127" cy="184809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9955127" cy="1848096"/>
                    </a:xfrm>
                    <a:prstGeom prst="rect">
                      <a:avLst/>
                    </a:prstGeom>
                  </am3d:spPr>
                  <am3d:camera>
                    <am3d:pos x="0" y="0" z="4780868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44" d="1000000"/>
                    <am3d:preTrans dx="-97" dy="2842606" dz="70757"/>
                    <am3d:scale>
                      <am3d:sx n="1000000" d="1000000"/>
                      <am3d:sy n="1000000" d="1000000"/>
                      <am3d:sz n="1000000" d="1000000"/>
                    </am3d:scale>
                    <am3d:rot ax="1110860" ay="175342" az="5868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043565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String of Flags">
                <a:extLst>
                  <a:ext uri="{FF2B5EF4-FFF2-40B4-BE49-F238E27FC236}">
                    <a16:creationId xmlns:a16="http://schemas.microsoft.com/office/drawing/2014/main" id="{0E140C52-DE23-EDDE-B4DC-A91EEF7B3C6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0987" y="4327417"/>
                <a:ext cx="9955127" cy="1848096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8AE46C7-5FAA-11BF-6954-264B034F1A61}"/>
              </a:ext>
            </a:extLst>
          </p:cNvPr>
          <p:cNvSpPr txBox="1"/>
          <p:nvPr/>
        </p:nvSpPr>
        <p:spPr>
          <a:xfrm>
            <a:off x="1246045" y="5268118"/>
            <a:ext cx="506549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B684B-2FC1-4771-6183-021A084FE50E}"/>
              </a:ext>
            </a:extLst>
          </p:cNvPr>
          <p:cNvSpPr txBox="1"/>
          <p:nvPr/>
        </p:nvSpPr>
        <p:spPr>
          <a:xfrm>
            <a:off x="2178232" y="5429991"/>
            <a:ext cx="461665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8C44C-F5CD-4773-4301-6640BBF05D47}"/>
              </a:ext>
            </a:extLst>
          </p:cNvPr>
          <p:cNvSpPr txBox="1"/>
          <p:nvPr/>
        </p:nvSpPr>
        <p:spPr>
          <a:xfrm>
            <a:off x="2946102" y="5642579"/>
            <a:ext cx="522580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96D65-CFEC-4980-8C53-8E3D63CC7E8C}"/>
              </a:ext>
            </a:extLst>
          </p:cNvPr>
          <p:cNvSpPr txBox="1"/>
          <p:nvPr/>
        </p:nvSpPr>
        <p:spPr>
          <a:xfrm>
            <a:off x="3965205" y="5659232"/>
            <a:ext cx="237244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FE4323-2777-61B9-3F36-0FC783F8CD40}"/>
              </a:ext>
            </a:extLst>
          </p:cNvPr>
          <p:cNvSpPr txBox="1"/>
          <p:nvPr/>
        </p:nvSpPr>
        <p:spPr>
          <a:xfrm>
            <a:off x="4836626" y="5801052"/>
            <a:ext cx="37189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00C3C-DB45-F77C-C6CE-38C954786357}"/>
              </a:ext>
            </a:extLst>
          </p:cNvPr>
          <p:cNvSpPr txBox="1"/>
          <p:nvPr/>
        </p:nvSpPr>
        <p:spPr>
          <a:xfrm>
            <a:off x="5574850" y="5801052"/>
            <a:ext cx="485710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L</a:t>
            </a: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93D1B-4FDE-3561-9629-D3E19E2B887D}"/>
              </a:ext>
            </a:extLst>
          </p:cNvPr>
          <p:cNvSpPr txBox="1"/>
          <p:nvPr/>
        </p:nvSpPr>
        <p:spPr>
          <a:xfrm>
            <a:off x="6533970" y="5801052"/>
            <a:ext cx="237244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F271C-1658-849E-65A8-7D3041D6B4C9}"/>
              </a:ext>
            </a:extLst>
          </p:cNvPr>
          <p:cNvSpPr txBox="1"/>
          <p:nvPr/>
        </p:nvSpPr>
        <p:spPr>
          <a:xfrm>
            <a:off x="7232311" y="5666587"/>
            <a:ext cx="484107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S</a:t>
            </a:r>
            <a:r>
              <a:rPr kumimoji="0" lang="en-US" sz="42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,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84596-6A63-44AC-190C-7E0A552626F2}"/>
              </a:ext>
            </a:extLst>
          </p:cNvPr>
          <p:cNvSpPr txBox="1"/>
          <p:nvPr/>
        </p:nvSpPr>
        <p:spPr>
          <a:xfrm>
            <a:off x="8112593" y="5534584"/>
            <a:ext cx="501740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2BC929-90F4-D4CA-23D9-EDE32FAC8C9F}"/>
              </a:ext>
            </a:extLst>
          </p:cNvPr>
          <p:cNvSpPr txBox="1"/>
          <p:nvPr/>
        </p:nvSpPr>
        <p:spPr>
          <a:xfrm>
            <a:off x="8983009" y="5429991"/>
            <a:ext cx="42800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173A6A-211B-7B61-51ED-4330E81835D2}"/>
              </a:ext>
            </a:extLst>
          </p:cNvPr>
          <p:cNvSpPr txBox="1"/>
          <p:nvPr/>
        </p:nvSpPr>
        <p:spPr>
          <a:xfrm>
            <a:off x="9793123" y="5160122"/>
            <a:ext cx="490519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8</a:t>
            </a: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EF2D48-FFFB-CEB7-43C1-75F220885C17}"/>
              </a:ext>
            </a:extLst>
          </p:cNvPr>
          <p:cNvSpPr txBox="1"/>
          <p:nvPr/>
        </p:nvSpPr>
        <p:spPr>
          <a:xfrm>
            <a:off x="2112391" y="251328"/>
            <a:ext cx="9955128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You can also break down strings to make sense of what is going 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F3C06D-4A30-FD4B-8294-4098F189FF37}"/>
              </a:ext>
            </a:extLst>
          </p:cNvPr>
          <p:cNvSpPr txBox="1"/>
          <p:nvPr/>
        </p:nvSpPr>
        <p:spPr>
          <a:xfrm>
            <a:off x="1195624" y="1978575"/>
            <a:ext cx="9466630" cy="20415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This is where delimiters are useful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200">
                <a:solidFill>
                  <a:srgbClr val="000000"/>
                </a:solidFill>
                <a:sym typeface="Gill Sans"/>
              </a:rPr>
              <a:t>This may be spaces or commas in datasets 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200">
                <a:solidFill>
                  <a:srgbClr val="000000"/>
                </a:solidFill>
                <a:sym typeface="Gill Sans"/>
              </a:rPr>
              <a:t>to identify words</a:t>
            </a:r>
            <a:endParaRPr kumimoji="0" lang="en-US" sz="4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14433E-B2A3-C7AF-5F67-36DBC285713D}"/>
              </a:ext>
            </a:extLst>
          </p:cNvPr>
          <p:cNvSpPr txBox="1"/>
          <p:nvPr/>
        </p:nvSpPr>
        <p:spPr>
          <a:xfrm>
            <a:off x="2571849" y="4264287"/>
            <a:ext cx="6491712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Daniel,Is,Gr8</a:t>
            </a:r>
            <a:r>
              <a:rPr lang="en-US" sz="2800">
                <a:solidFill>
                  <a:srgbClr val="000000"/>
                </a:solidFill>
                <a:sym typeface="Gill Sans"/>
              </a:rPr>
              <a:t>=Daniel Is Gr8</a:t>
            </a:r>
            <a:endParaRPr kumimoji="0" lang="en-US" sz="2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6662965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8BC4-3415-EE9F-8307-5388DC8F3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443" y="178594"/>
            <a:ext cx="9810750" cy="1311965"/>
          </a:xfrm>
        </p:spPr>
        <p:txBody>
          <a:bodyPr/>
          <a:lstStyle/>
          <a:p>
            <a:r>
              <a:rPr lang="en-US" sz="4000"/>
              <a:t>Strings can get very long though…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4CA15-8114-7A0A-2687-CD9582702C03}"/>
              </a:ext>
            </a:extLst>
          </p:cNvPr>
          <p:cNvSpPr txBox="1"/>
          <p:nvPr/>
        </p:nvSpPr>
        <p:spPr>
          <a:xfrm>
            <a:off x="212036" y="1490559"/>
            <a:ext cx="6096000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00:00:00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20.5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00:30:00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20.3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01:00:00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20.1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01:30:00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20.0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02:00:00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19.8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02:30:00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19.7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03:00:00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19.6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03:30:00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19.4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04:00:00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19.3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04:30:00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05:00:00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19.1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05:30:00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19.0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06:00:00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18.9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06:30:00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18.8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07:00:00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18.7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07:30:00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18.6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08:00:00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18.6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08:30:00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18.5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09:00:00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18.5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09:30:00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18.4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10:00:00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18.4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10:30:00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18.3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11:00:00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18.3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11:30:00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18.3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12:00:00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12:30:00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13:00:00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13:30:00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14:00:00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14:30:00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15:00:00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15:30:00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16:00:00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16:30:00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17:00:00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18.3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17:30:00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18.3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18:00:00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18.4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18:30:00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18.4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19:00:00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18.5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19:30:00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18.6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20:00:00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18.7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20:30:00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18.8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21:00:00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19.0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21:30:00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19.1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22:00:00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19.2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22:30:00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19.3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23:00:00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19.4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2023-10-23 23:30:00</a:t>
            </a:r>
            <a:r>
              <a:rPr lang="en-GB" sz="1600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sz="1600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sz="1600" b="0" i="0">
                <a:solidFill>
                  <a:srgbClr val="DF3079"/>
                </a:solidFill>
                <a:effectLst/>
                <a:latin typeface="Söhne Mono"/>
              </a:rPr>
              <a:t>19.5</a:t>
            </a: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4B397-63B9-C630-C74D-D05463B67B86}"/>
              </a:ext>
            </a:extLst>
          </p:cNvPr>
          <p:cNvSpPr txBox="1"/>
          <p:nvPr/>
        </p:nvSpPr>
        <p:spPr>
          <a:xfrm>
            <a:off x="6506818" y="2603684"/>
            <a:ext cx="5116269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Any ideas what this dataset could be for? </a:t>
            </a:r>
          </a:p>
        </p:txBody>
      </p:sp>
    </p:spTree>
    <p:extLst>
      <p:ext uri="{BB962C8B-B14F-4D97-AF65-F5344CB8AC3E}">
        <p14:creationId xmlns:p14="http://schemas.microsoft.com/office/powerpoint/2010/main" val="196146906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5E1271-815C-C87E-643F-B4BF32019BD4}"/>
              </a:ext>
            </a:extLst>
          </p:cNvPr>
          <p:cNvSpPr txBox="1"/>
          <p:nvPr/>
        </p:nvSpPr>
        <p:spPr>
          <a:xfrm>
            <a:off x="304801" y="1788491"/>
            <a:ext cx="6096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b="0" i="0">
                <a:solidFill>
                  <a:srgbClr val="00A67D"/>
                </a:solidFill>
                <a:effectLst/>
                <a:latin typeface="Söhne Mono"/>
              </a:rPr>
              <a:t>Timestamp,</a:t>
            </a:r>
            <a:r>
              <a:rPr lang="en-GB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b="0" i="0">
                <a:solidFill>
                  <a:srgbClr val="00A67D"/>
                </a:solidFill>
                <a:effectLst/>
                <a:latin typeface="Söhne Mono"/>
              </a:rPr>
              <a:t>Temperature</a:t>
            </a:r>
            <a:r>
              <a:rPr lang="en-GB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b="0" i="0">
                <a:solidFill>
                  <a:srgbClr val="00A67D"/>
                </a:solidFill>
                <a:effectLst/>
                <a:latin typeface="Söhne Mono"/>
              </a:rPr>
              <a:t>(°C)</a:t>
            </a:r>
          </a:p>
          <a:p>
            <a:r>
              <a:rPr lang="en-GB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b="0" i="0">
                <a:solidFill>
                  <a:srgbClr val="DF3079"/>
                </a:solidFill>
                <a:effectLst/>
                <a:latin typeface="Söhne Mono"/>
              </a:rPr>
              <a:t>2023-10-23 00:00:00</a:t>
            </a:r>
            <a:r>
              <a:rPr lang="en-GB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b="0" i="0">
                <a:solidFill>
                  <a:srgbClr val="DF3079"/>
                </a:solidFill>
                <a:effectLst/>
                <a:latin typeface="Söhne Mono"/>
              </a:rPr>
              <a:t>20.5</a:t>
            </a:r>
          </a:p>
          <a:p>
            <a:r>
              <a:rPr lang="en-GB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b="0" i="0">
                <a:solidFill>
                  <a:srgbClr val="DF3079"/>
                </a:solidFill>
                <a:effectLst/>
                <a:latin typeface="Söhne Mono"/>
              </a:rPr>
              <a:t>2023-10-23 00:30:00</a:t>
            </a:r>
            <a:r>
              <a:rPr lang="en-GB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b="0" i="0">
                <a:solidFill>
                  <a:srgbClr val="DF3079"/>
                </a:solidFill>
                <a:effectLst/>
                <a:latin typeface="Söhne Mono"/>
              </a:rPr>
              <a:t>20.3</a:t>
            </a:r>
          </a:p>
          <a:p>
            <a:r>
              <a:rPr lang="en-GB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b="0" i="0">
                <a:solidFill>
                  <a:srgbClr val="DF3079"/>
                </a:solidFill>
                <a:effectLst/>
                <a:latin typeface="Söhne Mono"/>
              </a:rPr>
              <a:t>2023-10-23 01:00:00</a:t>
            </a:r>
            <a:r>
              <a:rPr lang="en-GB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b="0" i="0">
                <a:solidFill>
                  <a:srgbClr val="DF3079"/>
                </a:solidFill>
                <a:effectLst/>
                <a:latin typeface="Söhne Mono"/>
              </a:rPr>
              <a:t>20.1</a:t>
            </a:r>
          </a:p>
          <a:p>
            <a:r>
              <a:rPr lang="en-GB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b="0" i="0">
                <a:solidFill>
                  <a:srgbClr val="DF3079"/>
                </a:solidFill>
                <a:effectLst/>
                <a:latin typeface="Söhne Mono"/>
              </a:rPr>
              <a:t>2023-10-23 01:30:00</a:t>
            </a:r>
            <a:r>
              <a:rPr lang="en-GB" b="0" i="0">
                <a:solidFill>
                  <a:srgbClr val="00A67D"/>
                </a:solidFill>
                <a:effectLst/>
                <a:latin typeface="Söhne Mono"/>
              </a:rPr>
              <a:t>,</a:t>
            </a:r>
            <a:r>
              <a:rPr lang="en-GB" b="0" i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GB" b="0" i="0">
                <a:solidFill>
                  <a:srgbClr val="DF3079"/>
                </a:solidFill>
                <a:effectLst/>
                <a:latin typeface="Söhne Mono"/>
              </a:rPr>
              <a:t>20.0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DC7E6-4848-A2C4-D8FE-10F4C1CEF3AB}"/>
              </a:ext>
            </a:extLst>
          </p:cNvPr>
          <p:cNvSpPr txBox="1"/>
          <p:nvPr/>
        </p:nvSpPr>
        <p:spPr>
          <a:xfrm>
            <a:off x="2822714" y="466790"/>
            <a:ext cx="5554406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200">
                <a:solidFill>
                  <a:srgbClr val="000000"/>
                </a:solidFill>
                <a:sym typeface="Gill Sans"/>
              </a:rPr>
              <a:t>Makes more sense now? </a:t>
            </a:r>
            <a:endParaRPr kumimoji="0" lang="en-US" sz="4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AD6BA-C97D-50D1-3EE5-48E177BFC02E}"/>
              </a:ext>
            </a:extLst>
          </p:cNvPr>
          <p:cNvSpPr txBox="1"/>
          <p:nvPr/>
        </p:nvSpPr>
        <p:spPr>
          <a:xfrm>
            <a:off x="304801" y="3693035"/>
            <a:ext cx="6374295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Dataset for house temperature for every 30 minutes…</a:t>
            </a:r>
          </a:p>
          <a:p>
            <a:pPr marL="342900" marR="0" indent="-34290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>
                <a:solidFill>
                  <a:srgbClr val="000000"/>
                </a:solidFill>
                <a:sym typeface="Gill Sans"/>
              </a:rPr>
              <a:t>But we can understand the previous data set by counting delimiters or</a:t>
            </a:r>
          </a:p>
          <a:p>
            <a:pPr marR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400">
                <a:solidFill>
                  <a:srgbClr val="000000"/>
                </a:solidFill>
                <a:sym typeface="Gill Sans"/>
              </a:rPr>
              <a:t>even by identifying the timestamp and then the temperature</a:t>
            </a: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pic>
        <p:nvPicPr>
          <p:cNvPr id="9" name="Picture 8" descr="Open kitchen and living room interior design">
            <a:extLst>
              <a:ext uri="{FF2B5EF4-FFF2-40B4-BE49-F238E27FC236}">
                <a16:creationId xmlns:a16="http://schemas.microsoft.com/office/drawing/2014/main" id="{8473CAD3-45CA-D365-6FDC-3B69C226B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673" y="2239065"/>
            <a:ext cx="4921526" cy="32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7143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B65E81E-A572-F751-5BD6-4FF8D3815618}"/>
              </a:ext>
            </a:extLst>
          </p:cNvPr>
          <p:cNvSpPr/>
          <p:nvPr/>
        </p:nvSpPr>
        <p:spPr>
          <a:xfrm>
            <a:off x="274279" y="4244266"/>
            <a:ext cx="4575408" cy="7489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91A38-DF8D-6DEC-9C42-DD96278F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283220"/>
            <a:ext cx="9810750" cy="1140977"/>
          </a:xfrm>
        </p:spPr>
        <p:txBody>
          <a:bodyPr/>
          <a:lstStyle/>
          <a:p>
            <a:r>
              <a:rPr lang="en-US"/>
              <a:t>Strings Example</a:t>
            </a:r>
          </a:p>
        </p:txBody>
      </p:sp>
      <p:pic>
        <p:nvPicPr>
          <p:cNvPr id="5" name="Picture 4" descr="A robot with several arms&#10;&#10;Description automatically generated with medium confidence">
            <a:extLst>
              <a:ext uri="{FF2B5EF4-FFF2-40B4-BE49-F238E27FC236}">
                <a16:creationId xmlns:a16="http://schemas.microsoft.com/office/drawing/2014/main" id="{A2D06106-33E4-372D-54B5-0306C35F8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18" y="2023010"/>
            <a:ext cx="2632485" cy="1901627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BF11669-7B3F-39A1-BE01-9DEA463107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09" b="49219"/>
          <a:stretch/>
        </p:blipFill>
        <p:spPr>
          <a:xfrm>
            <a:off x="6851180" y="1325574"/>
            <a:ext cx="4352387" cy="29236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A25691-FEE1-43DE-6147-4423D87D0B8B}"/>
              </a:ext>
            </a:extLst>
          </p:cNvPr>
          <p:cNvSpPr txBox="1"/>
          <p:nvPr/>
        </p:nvSpPr>
        <p:spPr>
          <a:xfrm>
            <a:off x="1091574" y="1356346"/>
            <a:ext cx="552048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How do we collect data from a real robot?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A967FFF-3555-4E2F-09A3-A462032B967D}"/>
              </a:ext>
            </a:extLst>
          </p:cNvPr>
          <p:cNvSpPr/>
          <p:nvPr/>
        </p:nvSpPr>
        <p:spPr>
          <a:xfrm>
            <a:off x="3840236" y="2004180"/>
            <a:ext cx="1658867" cy="750173"/>
          </a:xfrm>
          <a:prstGeom prst="ellipse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Cyber Physical Systems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C0AAC5A-F1BA-46DF-1F57-EAA51F22A11F}"/>
              </a:ext>
            </a:extLst>
          </p:cNvPr>
          <p:cNvSpPr/>
          <p:nvPr/>
        </p:nvSpPr>
        <p:spPr>
          <a:xfrm>
            <a:off x="3022941" y="2930263"/>
            <a:ext cx="817295" cy="5221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Physical Robot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614AB52-5614-CA01-34C0-7BBFFD638338}"/>
              </a:ext>
            </a:extLst>
          </p:cNvPr>
          <p:cNvSpPr/>
          <p:nvPr/>
        </p:nvSpPr>
        <p:spPr>
          <a:xfrm>
            <a:off x="5412349" y="2930263"/>
            <a:ext cx="817295" cy="522129"/>
          </a:xfrm>
          <a:prstGeom prst="round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Gill Sans"/>
              </a:rPr>
              <a:t>Cyber Robot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ACEA52-92BE-13EB-F966-679A8B1346A5}"/>
              </a:ext>
            </a:extLst>
          </p:cNvPr>
          <p:cNvCxnSpPr>
            <a:cxnSpLocks/>
            <a:stCxn id="12" idx="0"/>
            <a:endCxn id="11" idx="3"/>
          </p:cNvCxnSpPr>
          <p:nvPr/>
        </p:nvCxnSpPr>
        <p:spPr>
          <a:xfrm flipV="1">
            <a:off x="3431589" y="2644493"/>
            <a:ext cx="651582" cy="28577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0D257A-CA43-D08E-E5BD-9223A8E09265}"/>
              </a:ext>
            </a:extLst>
          </p:cNvPr>
          <p:cNvCxnSpPr>
            <a:cxnSpLocks/>
            <a:stCxn id="13" idx="0"/>
            <a:endCxn id="11" idx="5"/>
          </p:cNvCxnSpPr>
          <p:nvPr/>
        </p:nvCxnSpPr>
        <p:spPr>
          <a:xfrm flipH="1" flipV="1">
            <a:off x="5256168" y="2644493"/>
            <a:ext cx="564829" cy="28577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0E50DAA-A6C1-CDD2-38E7-683595AAEC30}"/>
              </a:ext>
            </a:extLst>
          </p:cNvPr>
          <p:cNvSpPr txBox="1"/>
          <p:nvPr/>
        </p:nvSpPr>
        <p:spPr>
          <a:xfrm>
            <a:off x="337618" y="4244266"/>
            <a:ext cx="4512069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A.</a:t>
            </a: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 Diagnostic Data from Husky looks like this: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>
                <a:solidFill>
                  <a:srgbClr val="000000"/>
                </a:solidFill>
                <a:sym typeface="Gill Sans"/>
              </a:rPr>
              <a:t>26.98 24.68 24.58 2.34 0.63 0.0 480 1.0 27.88 14.28 16.13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This is a string of numbers which have </a:t>
            </a:r>
            <a:r>
              <a:rPr lang="en-US" sz="1400">
                <a:solidFill>
                  <a:srgbClr val="000000"/>
                </a:solidFill>
                <a:sym typeface="Gill Sans"/>
              </a:rPr>
              <a:t>not been organized…</a:t>
            </a: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109E60-AC31-EAE5-7C50-37290459B4E9}"/>
              </a:ext>
            </a:extLst>
          </p:cNvPr>
          <p:cNvSpPr txBox="1"/>
          <p:nvPr/>
        </p:nvSpPr>
        <p:spPr>
          <a:xfrm>
            <a:off x="5033182" y="4420176"/>
            <a:ext cx="7107267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B</a:t>
            </a: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. For the Cyber interface to understand the we can program the dashboard to identify ‘spaces’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>
                <a:solidFill>
                  <a:srgbClr val="000000"/>
                </a:solidFill>
                <a:sym typeface="Gill Sans"/>
              </a:rPr>
              <a:t>within the string and organize them with the correct variable name…</a:t>
            </a:r>
            <a:br>
              <a:rPr lang="en-US" sz="1400">
                <a:solidFill>
                  <a:srgbClr val="000000"/>
                </a:solidFill>
                <a:sym typeface="Gill Sans"/>
              </a:rPr>
            </a:br>
            <a:r>
              <a:rPr lang="en-US" sz="1400" b="1">
                <a:solidFill>
                  <a:srgbClr val="000000"/>
                </a:solidFill>
                <a:sym typeface="Gill Sans"/>
              </a:rPr>
              <a:t>C</a:t>
            </a:r>
            <a:r>
              <a:rPr lang="en-US" sz="1400">
                <a:solidFill>
                  <a:srgbClr val="000000"/>
                </a:solidFill>
                <a:sym typeface="Gill Sans"/>
              </a:rPr>
              <a:t>. Every time the Husky robot sends data to the dashboard it sends the string in the same order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>
                <a:solidFill>
                  <a:srgbClr val="000000"/>
                </a:solidFill>
                <a:sym typeface="Gill Sans"/>
              </a:rPr>
              <a:t>o</a:t>
            </a: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f variables.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55B8D5-421A-65EF-172D-1A5B9AD8CD40}"/>
              </a:ext>
            </a:extLst>
          </p:cNvPr>
          <p:cNvSpPr/>
          <p:nvPr/>
        </p:nvSpPr>
        <p:spPr>
          <a:xfrm>
            <a:off x="3737113" y="4420176"/>
            <a:ext cx="834887" cy="361026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2F2F7C-40B1-6AF1-A075-40440BC22C25}"/>
              </a:ext>
            </a:extLst>
          </p:cNvPr>
          <p:cNvSpPr/>
          <p:nvPr/>
        </p:nvSpPr>
        <p:spPr>
          <a:xfrm>
            <a:off x="10287000" y="3793457"/>
            <a:ext cx="377687" cy="361026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1AD8ED2-C2DC-C1F6-F200-FD39DD5F7B63}"/>
              </a:ext>
            </a:extLst>
          </p:cNvPr>
          <p:cNvCxnSpPr>
            <a:stCxn id="32" idx="0"/>
            <a:endCxn id="34" idx="2"/>
          </p:cNvCxnSpPr>
          <p:nvPr/>
        </p:nvCxnSpPr>
        <p:spPr>
          <a:xfrm rot="5400000" flipH="1" flipV="1">
            <a:off x="7182354" y="1126687"/>
            <a:ext cx="265693" cy="6321287"/>
          </a:xfrm>
          <a:prstGeom prst="bentConnector3">
            <a:avLst/>
          </a:prstGeom>
          <a:noFill/>
          <a:ln w="25400" cap="flat">
            <a:solidFill>
              <a:srgbClr val="FF0000"/>
            </a:solidFill>
            <a:prstDash val="sys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138209F-0D5E-4E68-FBDC-B52F74B517E9}"/>
              </a:ext>
            </a:extLst>
          </p:cNvPr>
          <p:cNvSpPr txBox="1"/>
          <p:nvPr/>
        </p:nvSpPr>
        <p:spPr>
          <a:xfrm>
            <a:off x="5033182" y="5374207"/>
            <a:ext cx="733002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D</a:t>
            </a: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. In the digital dashboard we act as the translator to identify the string, detect the number, 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give it a variable and provide it to the human. This is Robotic language translated to human language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EFF4A6-04B1-790D-F41B-13909E3103F0}"/>
              </a:ext>
            </a:extLst>
          </p:cNvPr>
          <p:cNvSpPr txBox="1"/>
          <p:nvPr/>
        </p:nvSpPr>
        <p:spPr>
          <a:xfrm>
            <a:off x="5045733" y="5953448"/>
            <a:ext cx="2269467" cy="748923"/>
          </a:xfrm>
          <a:prstGeom prst="rect">
            <a:avLst/>
          </a:prstGeom>
          <a:noFill/>
          <a:ln w="31750" cap="flat">
            <a:solidFill>
              <a:schemeClr val="accent3">
                <a:lumMod val="7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Battery Voltage = 26.98V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rPr>
              <a:t>Left Driver Voltage = 24.68V</a:t>
            </a:r>
          </a:p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>
                <a:solidFill>
                  <a:srgbClr val="000000"/>
                </a:solidFill>
                <a:sym typeface="Gill Sans"/>
              </a:rPr>
              <a:t>Right Driver Voltage = 24.58V</a:t>
            </a: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75BEB3-99A3-EBC3-3F7B-6DB9140B76C3}"/>
              </a:ext>
            </a:extLst>
          </p:cNvPr>
          <p:cNvSpPr txBox="1"/>
          <p:nvPr/>
        </p:nvSpPr>
        <p:spPr>
          <a:xfrm>
            <a:off x="8040757" y="2990470"/>
            <a:ext cx="735034" cy="591002"/>
          </a:xfrm>
          <a:prstGeom prst="rect">
            <a:avLst/>
          </a:prstGeom>
          <a:noFill/>
          <a:ln w="25400" cap="flat">
            <a:solidFill>
              <a:schemeClr val="accent3">
                <a:lumMod val="7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9AA48F-21EA-713E-1C20-376291CCEAB7}"/>
              </a:ext>
            </a:extLst>
          </p:cNvPr>
          <p:cNvSpPr txBox="1"/>
          <p:nvPr/>
        </p:nvSpPr>
        <p:spPr>
          <a:xfrm>
            <a:off x="320570" y="4504012"/>
            <a:ext cx="1415050" cy="216000"/>
          </a:xfrm>
          <a:prstGeom prst="rect">
            <a:avLst/>
          </a:prstGeom>
          <a:noFill/>
          <a:ln w="25400" cap="flat">
            <a:solidFill>
              <a:schemeClr val="accent3">
                <a:lumMod val="7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07234127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additional functionality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additional functionality</a:t>
            </a:r>
          </a:p>
        </p:txBody>
      </p:sp>
      <p:sp>
        <p:nvSpPr>
          <p:cNvPr id="189" name="stuff that turns out to be useful or important - but probably won't look useful until you need it...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stuff that turns out to be useful or important - but probably won't look useful until you need it...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lists as inpu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L</a:t>
            </a:r>
            <a:r>
              <a:rPr err="1"/>
              <a:t>ists</a:t>
            </a:r>
            <a:r>
              <a:t> as input</a:t>
            </a:r>
          </a:p>
        </p:txBody>
      </p:sp>
      <p:sp>
        <p:nvSpPr>
          <p:cNvPr id="192" name="I can just as well have a list as an input.…"/>
          <p:cNvSpPr txBox="1">
            <a:spLocks noGrp="1"/>
          </p:cNvSpPr>
          <p:nvPr>
            <p:ph type="body" idx="1"/>
          </p:nvPr>
        </p:nvSpPr>
        <p:spPr>
          <a:xfrm>
            <a:off x="785812" y="2118122"/>
            <a:ext cx="10620375" cy="4018359"/>
          </a:xfrm>
          <a:prstGeom prst="rect">
            <a:avLst/>
          </a:prstGeom>
        </p:spPr>
        <p:txBody>
          <a:bodyPr/>
          <a:lstStyle/>
          <a:p>
            <a:pPr marL="401822"/>
            <a:r>
              <a:t>I can just as well have a list as an input.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greeting(names):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433FF"/>
                </a:solidFill>
              </a:rPr>
              <a:t>"""Say hello to everyone."""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for name in names:  </a:t>
            </a:r>
            <a:r>
              <a:rPr>
                <a:solidFill>
                  <a:srgbClr val="0433FF"/>
                </a:solidFill>
              </a:rPr>
              <a:t># loop through list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print("Hello "+ name + "!")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people = ['</a:t>
            </a:r>
            <a:r>
              <a:rPr err="1"/>
              <a:t>fred</a:t>
            </a:r>
            <a:r>
              <a:t>', 'anna', 'bob']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greeting(people)</a:t>
            </a:r>
          </a:p>
          <a:p>
            <a:pPr marL="401822"/>
            <a:r>
              <a:t>and this works just fine, get </a:t>
            </a:r>
            <a:br>
              <a:rPr/>
            </a:br>
            <a:r>
              <a:rPr sz="1687">
                <a:latin typeface="Courier"/>
                <a:ea typeface="Courier"/>
                <a:cs typeface="Courier"/>
                <a:sym typeface="Courier"/>
              </a:rPr>
              <a:t>Hello </a:t>
            </a:r>
            <a:r>
              <a:rPr sz="1687" err="1">
                <a:latin typeface="Courier"/>
                <a:ea typeface="Courier"/>
                <a:cs typeface="Courier"/>
                <a:sym typeface="Courier"/>
              </a:rPr>
              <a:t>fred</a:t>
            </a:r>
            <a:r>
              <a:rPr sz="1687">
                <a:latin typeface="Courier"/>
                <a:ea typeface="Courier"/>
                <a:cs typeface="Courier"/>
                <a:sym typeface="Courier"/>
              </a:rPr>
              <a:t>! </a:t>
            </a: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r>
              <a:rPr sz="1687">
                <a:latin typeface="Courier"/>
                <a:ea typeface="Courier"/>
                <a:cs typeface="Courier"/>
                <a:sym typeface="Courier"/>
              </a:rPr>
              <a:t>Hello anna! </a:t>
            </a: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r>
              <a:rPr sz="1687">
                <a:latin typeface="Courier"/>
                <a:ea typeface="Courier"/>
                <a:cs typeface="Courier"/>
                <a:sym typeface="Courier"/>
              </a:rPr>
              <a:t>Hello bob!</a:t>
            </a:r>
          </a:p>
          <a:p>
            <a:pPr marL="0" indent="0" algn="r" defTabSz="321457">
              <a:spcBef>
                <a:spcPts val="0"/>
              </a:spcBef>
              <a:buSzTx/>
              <a:buNone/>
              <a:defRPr sz="1400">
                <a:solidFill>
                  <a:srgbClr val="D8431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Out[44]: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lists as inpu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lists as input</a:t>
            </a:r>
          </a:p>
        </p:txBody>
      </p:sp>
      <p:sp>
        <p:nvSpPr>
          <p:cNvPr id="195" name="However, the list is mutable, can be changed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1822"/>
            <a:r>
              <a:t>However, the list is </a:t>
            </a:r>
            <a:r>
              <a:rPr i="1"/>
              <a:t>mutable</a:t>
            </a:r>
            <a:r>
              <a:t>, can be changed.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greeting(names):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433FF"/>
                </a:solidFill>
              </a:rPr>
              <a:t>"""Say hello to everyone."""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for name in names:  </a:t>
            </a:r>
            <a:r>
              <a:rPr>
                <a:solidFill>
                  <a:srgbClr val="0433FF"/>
                </a:solidFill>
              </a:rPr>
              <a:t># loop through list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print("Hello "+ name + "!")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names[0] = '</a:t>
            </a:r>
            <a:r>
              <a:rPr err="1"/>
              <a:t>frederick</a:t>
            </a:r>
            <a:r>
              <a:t>' </a:t>
            </a:r>
            <a:r>
              <a:rPr>
                <a:solidFill>
                  <a:srgbClr val="0433FF"/>
                </a:solidFill>
              </a:rPr>
              <a:t># naughty, naughty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people = ['</a:t>
            </a:r>
            <a:r>
              <a:rPr err="1"/>
              <a:t>fred</a:t>
            </a:r>
            <a:r>
              <a:t>', 'anna', 'bob']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greeting(people)</a:t>
            </a:r>
          </a:p>
          <a:p>
            <a:pPr marL="401822"/>
            <a:r>
              <a:t>still prints as before, but now...</a:t>
            </a:r>
            <a:br>
              <a:rPr/>
            </a:br>
            <a:r>
              <a:rPr sz="1687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# people = ['</a:t>
            </a:r>
            <a:r>
              <a:rPr sz="1687" err="1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frederick</a:t>
            </a:r>
            <a:r>
              <a:rPr sz="1687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', 'anna', 'bob'] OUTSIDE !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lists as inpu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lists as input</a:t>
            </a:r>
          </a:p>
        </p:txBody>
      </p:sp>
      <p:sp>
        <p:nvSpPr>
          <p:cNvPr id="198" name="If you don't want to change list send a copy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1822"/>
            <a:r>
              <a:t>If you don't want to change list send a copy.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greeting(names):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433FF"/>
                </a:solidFill>
              </a:rPr>
              <a:t>"""Say hello to everyone."""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for name in names:  </a:t>
            </a:r>
            <a:r>
              <a:rPr>
                <a:solidFill>
                  <a:srgbClr val="0433FF"/>
                </a:solidFill>
              </a:rPr>
              <a:t># loop through list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print("Hello "+ name + "!")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names[0] = 'frederick' </a:t>
            </a:r>
            <a:r>
              <a:rPr>
                <a:solidFill>
                  <a:srgbClr val="0433FF"/>
                </a:solidFill>
              </a:rPr>
              <a:t># naughty, naughty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people = ['fred', 'anna', 'bob']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greeting(people</a:t>
            </a:r>
            <a:r>
              <a:rPr>
                <a:solidFill>
                  <a:srgbClr val="FF2600"/>
                </a:solidFill>
              </a:rPr>
              <a:t>[:]</a:t>
            </a:r>
            <a:r>
              <a:t>)   </a:t>
            </a:r>
            <a:r>
              <a:rPr>
                <a:solidFill>
                  <a:srgbClr val="0433FF"/>
                </a:solidFill>
              </a:rPr>
              <a:t># makes copy of whole list</a:t>
            </a:r>
          </a:p>
          <a:p>
            <a:pPr marL="401822"/>
            <a:r>
              <a:t>so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people</a:t>
            </a:r>
            <a:r>
              <a:t> is unchanged. (you often </a:t>
            </a:r>
            <a:r>
              <a:rPr i="1"/>
              <a:t>want</a:t>
            </a:r>
            <a:r>
              <a:t> the list altered, which is why that's the default)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uple as final input"/>
          <p:cNvSpPr txBox="1">
            <a:spLocks noGrp="1"/>
          </p:cNvSpPr>
          <p:nvPr>
            <p:ph type="title"/>
          </p:nvPr>
        </p:nvSpPr>
        <p:spPr>
          <a:xfrm>
            <a:off x="119062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t>tuple as final input</a:t>
            </a:r>
          </a:p>
        </p:txBody>
      </p:sp>
      <p:sp>
        <p:nvSpPr>
          <p:cNvPr id="201" name="sometimes you might have a variable number of inputs to a function - by habit called args.…"/>
          <p:cNvSpPr txBox="1">
            <a:spLocks noGrp="1"/>
          </p:cNvSpPr>
          <p:nvPr>
            <p:ph type="body" idx="1"/>
          </p:nvPr>
        </p:nvSpPr>
        <p:spPr>
          <a:xfrm>
            <a:off x="333375" y="1946672"/>
            <a:ext cx="11934825" cy="4281097"/>
          </a:xfrm>
          <a:prstGeom prst="rect">
            <a:avLst/>
          </a:prstGeom>
        </p:spPr>
        <p:txBody>
          <a:bodyPr/>
          <a:lstStyle/>
          <a:p>
            <a:pPr marL="401822"/>
            <a:r>
              <a:t>sometimes you might have a variable number of inputs to a function - by habit called </a:t>
            </a:r>
            <a:r>
              <a:rPr sz="2531" err="1">
                <a:latin typeface="Courier"/>
                <a:ea typeface="Courier"/>
                <a:cs typeface="Courier"/>
                <a:sym typeface="Courier"/>
              </a:rPr>
              <a:t>args</a:t>
            </a:r>
            <a:r>
              <a:t>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</a:t>
            </a:r>
            <a:r>
              <a:rPr err="1"/>
              <a:t>concat</a:t>
            </a:r>
            <a:r>
              <a:t>(</a:t>
            </a:r>
            <a:r>
              <a:rPr>
                <a:solidFill>
                  <a:srgbClr val="FF2600"/>
                </a:solidFill>
              </a:rPr>
              <a:t>*</a:t>
            </a:r>
            <a:r>
              <a:rPr err="1"/>
              <a:t>args</a:t>
            </a:r>
            <a:r>
              <a:t>, </a:t>
            </a:r>
            <a:r>
              <a:rPr err="1"/>
              <a:t>sep</a:t>
            </a:r>
            <a:r>
              <a:t>="/"): </a:t>
            </a:r>
            <a:r>
              <a:rPr>
                <a:solidFill>
                  <a:srgbClr val="0433FF"/>
                </a:solidFill>
              </a:rPr>
              <a:t># anything after *</a:t>
            </a:r>
            <a:r>
              <a:rPr err="1">
                <a:solidFill>
                  <a:srgbClr val="0433FF"/>
                </a:solidFill>
              </a:rPr>
              <a:t>args</a:t>
            </a:r>
            <a:endParaRPr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return </a:t>
            </a:r>
            <a:r>
              <a:rPr err="1"/>
              <a:t>sep.join</a:t>
            </a:r>
            <a:r>
              <a:t>(</a:t>
            </a:r>
            <a:r>
              <a:rPr err="1"/>
              <a:t>args</a:t>
            </a:r>
            <a:r>
              <a:t>)   </a:t>
            </a:r>
            <a:r>
              <a:rPr>
                <a:solidFill>
                  <a:srgbClr val="0433FF"/>
                </a:solidFill>
              </a:rPr>
              <a:t># must be keyword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concat</a:t>
            </a:r>
            <a:r>
              <a:t>("earth", "mars", "</a:t>
            </a:r>
            <a:r>
              <a:rPr err="1"/>
              <a:t>venus</a:t>
            </a:r>
            <a:r>
              <a:t>")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= 'earth/mars/</a:t>
            </a:r>
            <a:r>
              <a:rPr err="1"/>
              <a:t>venus</a:t>
            </a:r>
            <a:r>
              <a:t>'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concat</a:t>
            </a:r>
            <a:r>
              <a:t>("earth", "mars", "</a:t>
            </a:r>
            <a:r>
              <a:rPr err="1"/>
              <a:t>venus</a:t>
            </a:r>
            <a:r>
              <a:t>", </a:t>
            </a:r>
            <a:r>
              <a:rPr err="1"/>
              <a:t>sep</a:t>
            </a:r>
            <a:r>
              <a:t>=".")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= '</a:t>
            </a:r>
            <a:r>
              <a:rPr err="1"/>
              <a:t>earth.mars.venus</a:t>
            </a:r>
            <a:r>
              <a:t>'</a:t>
            </a:r>
          </a:p>
          <a:p>
            <a:pPr marL="344418" indent="-344418"/>
            <a:r>
              <a:rPr sz="2531" err="1">
                <a:latin typeface="Courier"/>
                <a:ea typeface="Courier"/>
                <a:cs typeface="Courier"/>
                <a:sym typeface="Courier"/>
              </a:rPr>
              <a:t>args</a:t>
            </a:r>
            <a:r>
              <a:t> will </a:t>
            </a:r>
            <a:r>
              <a:rPr err="1"/>
              <a:t>alway</a:t>
            </a:r>
            <a:r>
              <a:t> be a tuple, and often the last </a:t>
            </a:r>
            <a:r>
              <a:rPr err="1"/>
              <a:t>arguement</a:t>
            </a:r>
            <a:r>
              <a:t> (no positional arguments after!)</a:t>
            </a:r>
          </a:p>
        </p:txBody>
      </p:sp>
      <p:pic>
        <p:nvPicPr>
          <p:cNvPr id="202" name="Line Line" descr="Line with arrowhea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9378420">
            <a:off x="3450046" y="2489075"/>
            <a:ext cx="595299" cy="28108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dictionary as input"/>
          <p:cNvSpPr txBox="1">
            <a:spLocks noGrp="1"/>
          </p:cNvSpPr>
          <p:nvPr>
            <p:ph type="title"/>
          </p:nvPr>
        </p:nvSpPr>
        <p:spPr>
          <a:xfrm>
            <a:off x="1252538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D</a:t>
            </a:r>
            <a:r>
              <a:rPr err="1"/>
              <a:t>ictionary</a:t>
            </a:r>
            <a:r>
              <a:t> as input</a:t>
            </a:r>
          </a:p>
        </p:txBody>
      </p:sp>
      <p:sp>
        <p:nvSpPr>
          <p:cNvPr id="206" name="and you can also supply a dictionary of keyword-ed arguments using the following:.…"/>
          <p:cNvSpPr txBox="1">
            <a:spLocks noGrp="1"/>
          </p:cNvSpPr>
          <p:nvPr>
            <p:ph type="body" idx="1"/>
          </p:nvPr>
        </p:nvSpPr>
        <p:spPr>
          <a:xfrm>
            <a:off x="419101" y="1946672"/>
            <a:ext cx="11477624" cy="4281097"/>
          </a:xfrm>
          <a:prstGeom prst="rect">
            <a:avLst/>
          </a:prstGeom>
        </p:spPr>
        <p:txBody>
          <a:bodyPr/>
          <a:lstStyle/>
          <a:p>
            <a:pPr marL="401822"/>
            <a:r>
              <a:t>and you can also supply a dictionary of keyword-ed arguments using the following:.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dull(</a:t>
            </a:r>
            <a:r>
              <a:rPr>
                <a:solidFill>
                  <a:srgbClr val="FF2600"/>
                </a:solidFill>
              </a:rPr>
              <a:t>**</a:t>
            </a:r>
            <a:r>
              <a:t>keywords):     </a:t>
            </a:r>
            <a:r>
              <a:rPr>
                <a:solidFill>
                  <a:srgbClr val="0433FF"/>
                </a:solidFill>
              </a:rPr>
              <a:t># must be last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for kw in keywords: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print(kw, " : ", keywords[kw]) </a:t>
            </a:r>
            <a:endParaRPr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dull(planet="</a:t>
            </a:r>
            <a:r>
              <a:rPr err="1"/>
              <a:t>earth",satellite</a:t>
            </a:r>
            <a:r>
              <a:t>="</a:t>
            </a:r>
            <a:r>
              <a:rPr err="1"/>
              <a:t>moon",star</a:t>
            </a:r>
            <a:r>
              <a:t>= "sol")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prints</a:t>
            </a:r>
            <a:br>
              <a:rPr/>
            </a:br>
            <a:r>
              <a:t># planet : earth</a:t>
            </a:r>
            <a:br>
              <a:rPr/>
            </a:br>
            <a:r>
              <a:t># satellite : moon</a:t>
            </a:r>
            <a:br>
              <a:rPr/>
            </a:br>
            <a:r>
              <a:t># star : sol</a:t>
            </a:r>
          </a:p>
          <a:p>
            <a:pPr marL="401822"/>
            <a:r>
              <a:t>but I've rarely used this, if ever.</a:t>
            </a:r>
          </a:p>
        </p:txBody>
      </p:sp>
      <p:pic>
        <p:nvPicPr>
          <p:cNvPr id="207" name="Line Line" descr="Line with arrowhea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9378420">
            <a:off x="3101424" y="2369694"/>
            <a:ext cx="595299" cy="28108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Object Oriented Programming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lvl="1">
              <a:defRPr>
                <a:solidFill>
                  <a:schemeClr val="accent6">
                    <a:hueOff val="-146070"/>
                    <a:satOff val="-10048"/>
                    <a:lumOff val="-30626"/>
                  </a:schemeClr>
                </a:solidFill>
              </a:defRPr>
            </a:pPr>
            <a:r>
              <a:t>Object Oriented Programming</a:t>
            </a:r>
          </a:p>
        </p:txBody>
      </p:sp>
      <p:sp>
        <p:nvSpPr>
          <p:cNvPr id="211" name="now we get to write some classes 🙂"/>
          <p:cNvSpPr txBox="1">
            <a:spLocks noGrp="1"/>
          </p:cNvSpPr>
          <p:nvPr>
            <p:ph type="subTitle" sz="half" idx="1"/>
          </p:nvPr>
        </p:nvSpPr>
        <p:spPr>
          <a:xfrm>
            <a:off x="2416969" y="3536156"/>
            <a:ext cx="7358063" cy="2571576"/>
          </a:xfrm>
          <a:prstGeom prst="rect">
            <a:avLst/>
          </a:prstGeom>
        </p:spPr>
        <p:txBody>
          <a:bodyPr/>
          <a:lstStyle/>
          <a:p>
            <a:r>
              <a:t>now we get to write some classes 🙂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hueOff val="-146070"/>
                    <a:satOff val="-10048"/>
                    <a:lumOff val="-30626"/>
                  </a:schemeClr>
                </a:solidFill>
              </a:defRPr>
            </a:lvl1pPr>
          </a:lstStyle>
          <a:p>
            <a:r>
              <a:t>recap</a:t>
            </a:r>
          </a:p>
        </p:txBody>
      </p:sp>
      <p:sp>
        <p:nvSpPr>
          <p:cNvPr id="214" name="everything is an object (i.e. variables on steroids; rich and talkable to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everything is an object (i.e. variables on steroids; rich and talkable to)</a:t>
            </a:r>
          </a:p>
          <a:p>
            <a:r>
              <a:t>a program is a bunch of objects talking (a message is pretty much a function call)</a:t>
            </a:r>
          </a:p>
          <a:p>
            <a:r>
              <a:t>each object has its own hidden guts (containing variables, which are objects!)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ap structure..."/>
          <p:cNvSpPr txBox="1">
            <a:spLocks noGrp="1"/>
          </p:cNvSpPr>
          <p:nvPr>
            <p:ph type="title"/>
          </p:nvPr>
        </p:nvSpPr>
        <p:spPr>
          <a:xfrm>
            <a:off x="1466850" y="0"/>
            <a:ext cx="9810750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rPr lang="en-GB"/>
              <a:t>R</a:t>
            </a:r>
            <a:r>
              <a:rPr err="1"/>
              <a:t>ecap</a:t>
            </a:r>
            <a:r>
              <a:t> structure...</a:t>
            </a:r>
          </a:p>
        </p:txBody>
      </p:sp>
      <p:sp>
        <p:nvSpPr>
          <p:cNvPr id="217" name="definition :…"/>
          <p:cNvSpPr txBox="1">
            <a:spLocks noGrp="1"/>
          </p:cNvSpPr>
          <p:nvPr>
            <p:ph type="body" idx="1"/>
          </p:nvPr>
        </p:nvSpPr>
        <p:spPr>
          <a:xfrm>
            <a:off x="147637" y="1510308"/>
            <a:ext cx="11896725" cy="4942103"/>
          </a:xfrm>
          <a:prstGeom prst="rect">
            <a:avLst/>
          </a:prstGeom>
        </p:spPr>
        <p:txBody>
          <a:bodyPr numCol="1" spcCol="38100"/>
          <a:lstStyle/>
          <a:p>
            <a:pPr marL="401822" indent="-401822">
              <a:spcBef>
                <a:spcPts val="1687"/>
              </a:spcBef>
              <a:defRPr sz="4200"/>
            </a:pPr>
            <a:r>
              <a:rPr sz="2800"/>
              <a:t>definition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class Car():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"""Model a Car."""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__</a:t>
            </a:r>
            <a:r>
              <a:rPr err="1"/>
              <a:t>init</a:t>
            </a:r>
            <a:r>
              <a:t>__(self, make, model):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433FF"/>
                </a:solidFill>
              </a:rPr>
              <a:t>"""</a:t>
            </a:r>
            <a:r>
              <a:rPr err="1">
                <a:solidFill>
                  <a:srgbClr val="0433FF"/>
                </a:solidFill>
              </a:rPr>
              <a:t>Initialise</a:t>
            </a:r>
            <a:r>
              <a:rPr>
                <a:solidFill>
                  <a:srgbClr val="0433FF"/>
                </a:solidFill>
              </a:rPr>
              <a:t>"""</a:t>
            </a:r>
            <a:br>
              <a:rPr>
                <a:solidFill>
                  <a:srgbClr val="0433FF"/>
                </a:solidFill>
              </a:rPr>
            </a:br>
            <a:r>
              <a:t>    </a:t>
            </a:r>
            <a:r>
              <a:rPr err="1"/>
              <a:t>self.make</a:t>
            </a:r>
            <a:r>
              <a:t> = make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 err="1"/>
              <a:t>self.model</a:t>
            </a:r>
            <a:r>
              <a:t> = model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 err="1"/>
              <a:t>self.tank_cap</a:t>
            </a:r>
            <a:r>
              <a:t> = 60   </a:t>
            </a:r>
            <a:r>
              <a:rPr>
                <a:solidFill>
                  <a:srgbClr val="0433FF"/>
                </a:solidFill>
              </a:rPr>
              <a:t>#60 </a:t>
            </a:r>
            <a:r>
              <a:rPr err="1">
                <a:solidFill>
                  <a:srgbClr val="0433FF"/>
                </a:solidFill>
              </a:rPr>
              <a:t>litre</a:t>
            </a:r>
            <a:r>
              <a:rPr>
                <a:solidFill>
                  <a:srgbClr val="0433FF"/>
                </a:solidFill>
              </a:rPr>
              <a:t> tank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 err="1"/>
              <a:t>self.tank</a:t>
            </a:r>
            <a:r>
              <a:t> = 0        </a:t>
            </a:r>
            <a:r>
              <a:rPr>
                <a:solidFill>
                  <a:srgbClr val="0433FF"/>
                </a:solidFill>
              </a:rPr>
              <a:t>#initial fuel fill</a:t>
            </a:r>
            <a:br>
              <a:rPr>
                <a:solidFill>
                  <a:srgbClr val="0433FF"/>
                </a:solidFill>
              </a:rPr>
            </a:br>
            <a:endParaRPr>
              <a:solidFill>
                <a:srgbClr val="0433FF"/>
              </a:solidFill>
            </a:endParaRP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</a:t>
            </a:r>
            <a:r>
              <a:rPr err="1"/>
              <a:t>fillup</a:t>
            </a:r>
            <a:r>
              <a:t>(self):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433FF"/>
                </a:solidFill>
              </a:rPr>
              <a:t>"""fill tank to brim"""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 err="1"/>
              <a:t>self.tank</a:t>
            </a:r>
            <a:r>
              <a:t> = </a:t>
            </a:r>
            <a:r>
              <a:rPr err="1"/>
              <a:t>self.tank_cap</a:t>
            </a:r>
            <a:endParaRPr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print("Full!")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... </a:t>
            </a:r>
            <a:r>
              <a:rPr>
                <a:solidFill>
                  <a:srgbClr val="0433FF"/>
                </a:solidFill>
              </a:rPr>
              <a:t>#other functions and private vars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ap structure..."/>
          <p:cNvSpPr txBox="1">
            <a:spLocks noGrp="1"/>
          </p:cNvSpPr>
          <p:nvPr>
            <p:ph type="title"/>
          </p:nvPr>
        </p:nvSpPr>
        <p:spPr>
          <a:xfrm>
            <a:off x="1190625" y="0"/>
            <a:ext cx="9810750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rPr lang="en-GB"/>
              <a:t>R</a:t>
            </a:r>
            <a:r>
              <a:rPr err="1"/>
              <a:t>ecap</a:t>
            </a:r>
            <a:r>
              <a:t> structure...</a:t>
            </a:r>
          </a:p>
        </p:txBody>
      </p:sp>
      <p:sp>
        <p:nvSpPr>
          <p:cNvPr id="220" name="use - much, much easier than definition! :…"/>
          <p:cNvSpPr txBox="1">
            <a:spLocks noGrp="1"/>
          </p:cNvSpPr>
          <p:nvPr>
            <p:ph type="body" idx="1"/>
          </p:nvPr>
        </p:nvSpPr>
        <p:spPr>
          <a:xfrm>
            <a:off x="295276" y="1548408"/>
            <a:ext cx="11896724" cy="4942103"/>
          </a:xfrm>
          <a:prstGeom prst="rect">
            <a:avLst/>
          </a:prstGeom>
        </p:spPr>
        <p:txBody>
          <a:bodyPr numCol="1" spcCol="38100"/>
          <a:lstStyle/>
          <a:p>
            <a:pPr marL="401822" indent="-401822">
              <a:spcBef>
                <a:spcPts val="1687"/>
              </a:spcBef>
              <a:defRPr sz="4200"/>
            </a:pPr>
            <a:r>
              <a:t>use - much, much easier than definition!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myCar</a:t>
            </a:r>
            <a:r>
              <a:t> = Car('</a:t>
            </a:r>
            <a:r>
              <a:rPr err="1"/>
              <a:t>nissan</a:t>
            </a:r>
            <a:r>
              <a:t>', 'micra')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myCar.make</a:t>
            </a:r>
            <a:r>
              <a:t>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myCar.model</a:t>
            </a:r>
            <a:r>
              <a:t>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myCar.fillup</a:t>
            </a:r>
            <a:r>
              <a:t>()</a:t>
            </a:r>
          </a:p>
          <a:p>
            <a:pPr marL="401822" indent="-401822">
              <a:spcBef>
                <a:spcPts val="1687"/>
              </a:spcBef>
              <a:defRPr sz="4200"/>
            </a:pPr>
            <a:r>
              <a:t>of course, it is still possible to muck up: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myOtherCar</a:t>
            </a:r>
            <a:r>
              <a:t> = Car('</a:t>
            </a:r>
            <a:r>
              <a:rPr err="1"/>
              <a:t>nissan</a:t>
            </a:r>
            <a:r>
              <a:t>', 'leaf')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myOtherCar.make</a:t>
            </a:r>
            <a:r>
              <a:t>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myOtherCar.model</a:t>
            </a:r>
            <a:r>
              <a:t>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myOtherCar.fillup</a:t>
            </a:r>
            <a:r>
              <a:t>()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lasses / Objec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Classes / Objects</a:t>
            </a:r>
          </a:p>
        </p:txBody>
      </p:sp>
      <p:sp>
        <p:nvSpPr>
          <p:cNvPr id="223" name="a 'type' (like a float) just describes a variable which can contain a number. You then need to bring the variable into existence.…"/>
          <p:cNvSpPr txBox="1">
            <a:spLocks noGrp="1"/>
          </p:cNvSpPr>
          <p:nvPr>
            <p:ph type="body" idx="1"/>
          </p:nvPr>
        </p:nvSpPr>
        <p:spPr>
          <a:xfrm>
            <a:off x="266700" y="1777008"/>
            <a:ext cx="11810999" cy="4942103"/>
          </a:xfrm>
          <a:prstGeom prst="rect">
            <a:avLst/>
          </a:prstGeom>
        </p:spPr>
        <p:txBody>
          <a:bodyPr numCol="1" spcCol="38100"/>
          <a:lstStyle/>
          <a:p>
            <a:pPr marL="401822" indent="-401822">
              <a:spcBef>
                <a:spcPts val="1687"/>
              </a:spcBef>
              <a:defRPr sz="4200"/>
            </a:pPr>
            <a:r>
              <a:rPr sz="3000"/>
              <a:t>a 'type' (like a float) just describes a variable which can contain a number. You then need to bring the variable into existence.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myHeight</a:t>
            </a:r>
            <a:r>
              <a:t> = 2.0</a:t>
            </a:r>
          </a:p>
          <a:p>
            <a:pPr marL="401822" indent="-401822">
              <a:spcBef>
                <a:spcPts val="1687"/>
              </a:spcBef>
              <a:defRPr sz="4200"/>
            </a:pPr>
            <a:r>
              <a:rPr sz="3000"/>
              <a:t>a 'Class' just describes an Object which can contain data and functions. You then need to bring the Object into existence.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class Car():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"""Model a Car."""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myCar</a:t>
            </a:r>
            <a:r>
              <a:t> = Car('</a:t>
            </a:r>
            <a:r>
              <a:rPr err="1"/>
              <a:t>nissan</a:t>
            </a:r>
            <a:r>
              <a:t>', 'micra')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lasses / Objec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Classes / Objects</a:t>
            </a:r>
          </a:p>
        </p:txBody>
      </p:sp>
      <p:sp>
        <p:nvSpPr>
          <p:cNvPr id="226" name="functions acting on the object are described in the Class, and refer to object 'themselves'…"/>
          <p:cNvSpPr txBox="1">
            <a:spLocks noGrp="1"/>
          </p:cNvSpPr>
          <p:nvPr>
            <p:ph type="body" idx="1"/>
          </p:nvPr>
        </p:nvSpPr>
        <p:spPr>
          <a:xfrm>
            <a:off x="142875" y="1777008"/>
            <a:ext cx="12049125" cy="4942103"/>
          </a:xfrm>
          <a:prstGeom prst="rect">
            <a:avLst/>
          </a:prstGeom>
        </p:spPr>
        <p:txBody>
          <a:bodyPr numCol="1" spcCol="38100"/>
          <a:lstStyle/>
          <a:p>
            <a:pPr marL="401822" indent="-401822">
              <a:spcBef>
                <a:spcPts val="1687"/>
              </a:spcBef>
              <a:defRPr sz="4200"/>
            </a:pPr>
            <a:r>
              <a:rPr sz="2200"/>
              <a:t>functions acting on the object are described in the Class, and refer to object 'themselves'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class Car():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"""Model a Car."""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...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def </a:t>
            </a:r>
            <a:r>
              <a:rPr sz="2200" err="1"/>
              <a:t>fillup</a:t>
            </a:r>
            <a:r>
              <a:rPr sz="2200"/>
              <a:t>(</a:t>
            </a:r>
            <a:r>
              <a:rPr sz="2200">
                <a:solidFill>
                  <a:srgbClr val="FF2600"/>
                </a:solidFill>
              </a:rPr>
              <a:t>self</a:t>
            </a:r>
            <a:r>
              <a:rPr sz="2200"/>
              <a:t>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>
                <a:solidFill>
                  <a:srgbClr val="0433FF"/>
                </a:solidFill>
              </a:rPr>
              <a:t>"""fill tank to brim"""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 err="1">
                <a:solidFill>
                  <a:srgbClr val="FF2600"/>
                </a:solidFill>
              </a:rPr>
              <a:t>self</a:t>
            </a:r>
            <a:r>
              <a:rPr sz="2200" err="1"/>
              <a:t>.tank</a:t>
            </a:r>
            <a:r>
              <a:rPr sz="2200"/>
              <a:t> = </a:t>
            </a:r>
            <a:r>
              <a:rPr sz="2200" err="1">
                <a:solidFill>
                  <a:srgbClr val="FF2600"/>
                </a:solidFill>
              </a:rPr>
              <a:t>self</a:t>
            </a:r>
            <a:r>
              <a:rPr sz="2200" err="1"/>
              <a:t>.tank_cap</a:t>
            </a:r>
            <a:endParaRPr sz="2200"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print("Full!")</a:t>
            </a:r>
          </a:p>
          <a:p>
            <a:pPr marL="401822" indent="-401822">
              <a:spcBef>
                <a:spcPts val="1687"/>
              </a:spcBef>
              <a:defRPr sz="4200"/>
            </a:pPr>
            <a:r>
              <a:rPr sz="2200"/>
              <a:t>and then the objects can have the functions applied to them - </a:t>
            </a:r>
            <a:r>
              <a:rPr sz="2200">
                <a:latin typeface="Courier"/>
                <a:ea typeface="Courier"/>
                <a:cs typeface="Courier"/>
                <a:sym typeface="Courier"/>
              </a:rPr>
              <a:t>self</a:t>
            </a:r>
            <a:r>
              <a:rPr sz="2200"/>
              <a:t> becomes </a:t>
            </a:r>
            <a:r>
              <a:rPr sz="2200" err="1">
                <a:latin typeface="Courier"/>
                <a:ea typeface="Courier"/>
                <a:cs typeface="Courier"/>
                <a:sym typeface="Courier"/>
              </a:rPr>
              <a:t>myCar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myCar</a:t>
            </a:r>
            <a:r>
              <a:rPr sz="2200"/>
              <a:t> = Car('</a:t>
            </a:r>
            <a:r>
              <a:rPr sz="2200" err="1"/>
              <a:t>nissan</a:t>
            </a:r>
            <a:r>
              <a:rPr sz="2200"/>
              <a:t>', 'micra')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myCar.fillup</a:t>
            </a:r>
            <a:r>
              <a:rPr sz="2200"/>
              <a:t>()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myCar</a:t>
            </a:r>
            <a:r>
              <a:rPr sz="2200"/>
              <a:t> = Car('</a:t>
            </a:r>
            <a:r>
              <a:rPr sz="2200" err="1"/>
              <a:t>nissan</a:t>
            </a:r>
            <a:r>
              <a:rPr sz="2200"/>
              <a:t>', 'micra')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/>
          </a:p>
        </p:txBody>
      </p:sp>
      <p:sp>
        <p:nvSpPr>
          <p:cNvPr id="227" name="called a Method"/>
          <p:cNvSpPr txBox="1"/>
          <p:nvPr/>
        </p:nvSpPr>
        <p:spPr>
          <a:xfrm>
            <a:off x="7796567" y="3325128"/>
            <a:ext cx="1740078" cy="980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called a Method</a:t>
            </a:r>
          </a:p>
        </p:txBody>
      </p:sp>
      <p:pic>
        <p:nvPicPr>
          <p:cNvPr id="228" name="Line Line" descr="Line with arrowhea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278983">
            <a:off x="6857010" y="3732223"/>
            <a:ext cx="1029824" cy="2810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lasses / Objec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Classes / Objects</a:t>
            </a:r>
          </a:p>
        </p:txBody>
      </p:sp>
      <p:sp>
        <p:nvSpPr>
          <p:cNvPr id="232" name="data about each object is described in the Class, again referring to the object 'itself'…"/>
          <p:cNvSpPr txBox="1">
            <a:spLocks noGrp="1"/>
          </p:cNvSpPr>
          <p:nvPr>
            <p:ph type="body" idx="1"/>
          </p:nvPr>
        </p:nvSpPr>
        <p:spPr>
          <a:xfrm>
            <a:off x="171450" y="1777008"/>
            <a:ext cx="11944349" cy="4942103"/>
          </a:xfrm>
          <a:prstGeom prst="rect">
            <a:avLst/>
          </a:prstGeom>
        </p:spPr>
        <p:txBody>
          <a:bodyPr numCol="1" spcCol="38100"/>
          <a:lstStyle/>
          <a:p>
            <a:pPr marL="401822" indent="-401822">
              <a:spcBef>
                <a:spcPts val="1687"/>
              </a:spcBef>
              <a:defRPr sz="4200"/>
            </a:pPr>
            <a:r>
              <a:rPr sz="3000"/>
              <a:t>data about each object is described in the Class, again referring to the object 'itself'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class Car():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"""Model a Car."""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__</a:t>
            </a:r>
            <a:r>
              <a:rPr err="1"/>
              <a:t>init</a:t>
            </a:r>
            <a:r>
              <a:t>__(self, make, model):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433FF"/>
                </a:solidFill>
              </a:rPr>
              <a:t>"""</a:t>
            </a:r>
            <a:r>
              <a:rPr err="1">
                <a:solidFill>
                  <a:srgbClr val="0433FF"/>
                </a:solidFill>
              </a:rPr>
              <a:t>Initialise</a:t>
            </a:r>
            <a:r>
              <a:rPr>
                <a:solidFill>
                  <a:srgbClr val="0433FF"/>
                </a:solidFill>
              </a:rPr>
              <a:t>"""</a:t>
            </a:r>
            <a:br>
              <a:rPr>
                <a:solidFill>
                  <a:srgbClr val="0433FF"/>
                </a:solidFill>
              </a:rPr>
            </a:br>
            <a:r>
              <a:t>    </a:t>
            </a:r>
            <a:r>
              <a:rPr err="1">
                <a:solidFill>
                  <a:srgbClr val="FF2600"/>
                </a:solidFill>
              </a:rPr>
              <a:t>self</a:t>
            </a:r>
            <a:r>
              <a:rPr err="1"/>
              <a:t>.make</a:t>
            </a:r>
            <a:r>
              <a:t> = make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 err="1">
                <a:solidFill>
                  <a:srgbClr val="FF2600"/>
                </a:solidFill>
              </a:rPr>
              <a:t>self</a:t>
            </a:r>
            <a:r>
              <a:rPr err="1"/>
              <a:t>.model</a:t>
            </a:r>
            <a:r>
              <a:t> = model</a:t>
            </a:r>
          </a:p>
          <a:p>
            <a:pPr marL="401822" indent="-401822">
              <a:spcBef>
                <a:spcPts val="1687"/>
              </a:spcBef>
              <a:defRPr sz="4200"/>
            </a:pPr>
            <a:r>
              <a:rPr sz="3000"/>
              <a:t>and then the objects can access that data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myCar</a:t>
            </a:r>
            <a:r>
              <a:t> = Car('</a:t>
            </a:r>
            <a:r>
              <a:rPr err="1"/>
              <a:t>nissan</a:t>
            </a:r>
            <a:r>
              <a:t>', 'micra')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myCar.make</a:t>
            </a:r>
            <a:r>
              <a:t>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233" name="data local to each object"/>
          <p:cNvSpPr txBox="1"/>
          <p:nvPr/>
        </p:nvSpPr>
        <p:spPr>
          <a:xfrm>
            <a:off x="8022975" y="3588405"/>
            <a:ext cx="1740078" cy="1435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data local to each object</a:t>
            </a:r>
          </a:p>
        </p:txBody>
      </p:sp>
      <p:pic>
        <p:nvPicPr>
          <p:cNvPr id="234" name="Line Line" descr="Line with arrowhea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9910855">
            <a:off x="5915324" y="4246740"/>
            <a:ext cx="2106742" cy="2810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lasses / Objec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Classes / Objects</a:t>
            </a:r>
          </a:p>
        </p:txBody>
      </p:sp>
      <p:sp>
        <p:nvSpPr>
          <p:cNvPr id="238" name="it is possible to also define data common to all objects of a class.…"/>
          <p:cNvSpPr txBox="1">
            <a:spLocks noGrp="1"/>
          </p:cNvSpPr>
          <p:nvPr>
            <p:ph type="body" idx="1"/>
          </p:nvPr>
        </p:nvSpPr>
        <p:spPr>
          <a:xfrm>
            <a:off x="161925" y="1777008"/>
            <a:ext cx="11963400" cy="4942103"/>
          </a:xfrm>
          <a:prstGeom prst="rect">
            <a:avLst/>
          </a:prstGeom>
        </p:spPr>
        <p:txBody>
          <a:bodyPr numCol="1" spcCol="38100"/>
          <a:lstStyle/>
          <a:p>
            <a:pPr marL="401822" indent="-401822">
              <a:spcBef>
                <a:spcPts val="1687"/>
              </a:spcBef>
              <a:defRPr sz="4200"/>
            </a:pPr>
            <a:r>
              <a:rPr sz="2200"/>
              <a:t>it is possible to also define data common to all objects of a class.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class Car():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"""Model a Car."""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fuel_type</a:t>
            </a:r>
            <a:r>
              <a:rPr sz="2200"/>
              <a:t> = 'petrol'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def __</a:t>
            </a:r>
            <a:r>
              <a:rPr sz="2200" err="1"/>
              <a:t>init</a:t>
            </a:r>
            <a:r>
              <a:rPr sz="2200"/>
              <a:t>__(self, make, model):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>
                <a:solidFill>
                  <a:srgbClr val="0433FF"/>
                </a:solidFill>
              </a:rPr>
              <a:t>"""</a:t>
            </a:r>
            <a:r>
              <a:rPr sz="2200" err="1">
                <a:solidFill>
                  <a:srgbClr val="0433FF"/>
                </a:solidFill>
              </a:rPr>
              <a:t>Initialise</a:t>
            </a:r>
            <a:r>
              <a:rPr sz="2200">
                <a:solidFill>
                  <a:srgbClr val="0433FF"/>
                </a:solidFill>
              </a:rPr>
              <a:t>"""</a:t>
            </a:r>
            <a:br>
              <a:rPr sz="2200">
                <a:solidFill>
                  <a:srgbClr val="0433FF"/>
                </a:solidFill>
              </a:rPr>
            </a:br>
            <a:r>
              <a:rPr sz="2200"/>
              <a:t>    </a:t>
            </a:r>
            <a:r>
              <a:rPr sz="2200" err="1">
                <a:solidFill>
                  <a:srgbClr val="FF2600"/>
                </a:solidFill>
              </a:rPr>
              <a:t>self</a:t>
            </a:r>
            <a:r>
              <a:rPr sz="2200" err="1"/>
              <a:t>.make</a:t>
            </a:r>
            <a:r>
              <a:rPr sz="2200"/>
              <a:t> = make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 err="1">
                <a:solidFill>
                  <a:srgbClr val="FF2600"/>
                </a:solidFill>
              </a:rPr>
              <a:t>self</a:t>
            </a:r>
            <a:r>
              <a:rPr sz="2200" err="1"/>
              <a:t>.model</a:t>
            </a:r>
            <a:r>
              <a:rPr sz="2200"/>
              <a:t> = model</a:t>
            </a:r>
          </a:p>
          <a:p>
            <a:pPr marL="401822" indent="-401822">
              <a:spcBef>
                <a:spcPts val="1687"/>
              </a:spcBef>
              <a:defRPr sz="4200"/>
            </a:pPr>
            <a:r>
              <a:rPr sz="2200"/>
              <a:t>and then the objects can access that data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myCar</a:t>
            </a:r>
            <a:r>
              <a:rPr sz="2200"/>
              <a:t> = Car('</a:t>
            </a:r>
            <a:r>
              <a:rPr sz="2200" err="1"/>
              <a:t>nissan</a:t>
            </a:r>
            <a:r>
              <a:rPr sz="2200"/>
              <a:t>', 'micra')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print(</a:t>
            </a:r>
            <a:r>
              <a:rPr sz="2200" err="1"/>
              <a:t>myCar.make</a:t>
            </a:r>
            <a:r>
              <a:rPr sz="2200"/>
              <a:t>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print(</a:t>
            </a:r>
            <a:r>
              <a:rPr sz="2200" err="1"/>
              <a:t>myCar.fuel_type</a:t>
            </a:r>
            <a:r>
              <a:rPr sz="2200"/>
              <a:t>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print(</a:t>
            </a:r>
            <a:r>
              <a:rPr sz="2200" err="1"/>
              <a:t>Car.fuel_type</a:t>
            </a:r>
            <a:r>
              <a:rPr sz="2200"/>
              <a:t>)  </a:t>
            </a:r>
            <a:r>
              <a:rPr sz="2200">
                <a:solidFill>
                  <a:srgbClr val="0433FF"/>
                </a:solidFill>
              </a:rPr>
              <a:t>#since it's a class variable</a:t>
            </a:r>
          </a:p>
        </p:txBody>
      </p:sp>
      <p:sp>
        <p:nvSpPr>
          <p:cNvPr id="239" name="every object will get petrol"/>
          <p:cNvSpPr txBox="1"/>
          <p:nvPr/>
        </p:nvSpPr>
        <p:spPr>
          <a:xfrm>
            <a:off x="7600950" y="2602459"/>
            <a:ext cx="2666464" cy="980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every object will get petrol</a:t>
            </a:r>
          </a:p>
        </p:txBody>
      </p:sp>
      <p:pic>
        <p:nvPicPr>
          <p:cNvPr id="240" name="Line Line" descr="Line with arrowhea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345847">
            <a:off x="5299192" y="2896110"/>
            <a:ext cx="2338080" cy="154151"/>
          </a:xfrm>
          <a:prstGeom prst="rect">
            <a:avLst/>
          </a:prstGeom>
        </p:spPr>
      </p:pic>
      <p:sp>
        <p:nvSpPr>
          <p:cNvPr id="242" name="data local to each object"/>
          <p:cNvSpPr txBox="1"/>
          <p:nvPr/>
        </p:nvSpPr>
        <p:spPr>
          <a:xfrm>
            <a:off x="9001031" y="3810692"/>
            <a:ext cx="1740078" cy="1435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data local to each object</a:t>
            </a:r>
          </a:p>
        </p:txBody>
      </p:sp>
      <p:pic>
        <p:nvPicPr>
          <p:cNvPr id="243" name="Line Line" descr="Line with arrowhea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511074" y="4292588"/>
            <a:ext cx="3489956" cy="30798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lasses / Objec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Classes / Objects</a:t>
            </a:r>
          </a:p>
        </p:txBody>
      </p:sp>
      <p:sp>
        <p:nvSpPr>
          <p:cNvPr id="247" name="this can be used in more interesting ways than just defining 'constants'.…"/>
          <p:cNvSpPr txBox="1">
            <a:spLocks noGrp="1"/>
          </p:cNvSpPr>
          <p:nvPr>
            <p:ph type="body" idx="1"/>
          </p:nvPr>
        </p:nvSpPr>
        <p:spPr>
          <a:xfrm>
            <a:off x="171451" y="1777008"/>
            <a:ext cx="9603582" cy="4942103"/>
          </a:xfrm>
          <a:prstGeom prst="rect">
            <a:avLst/>
          </a:prstGeom>
        </p:spPr>
        <p:txBody>
          <a:bodyPr numCol="1" spcCol="38100"/>
          <a:lstStyle/>
          <a:p>
            <a:pPr marL="401822" indent="-401822">
              <a:spcBef>
                <a:spcPts val="1687"/>
              </a:spcBef>
              <a:defRPr sz="4200"/>
            </a:pPr>
            <a:r>
              <a:rPr sz="2200"/>
              <a:t>this can be used in more interesting ways than just defining 'constants'.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class Car():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"""Model a Car."""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numberCars</a:t>
            </a:r>
            <a:r>
              <a:rPr sz="2200"/>
              <a:t> = 0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def __</a:t>
            </a:r>
            <a:r>
              <a:rPr sz="2200" err="1"/>
              <a:t>init</a:t>
            </a:r>
            <a:r>
              <a:rPr sz="2200"/>
              <a:t>__(self, make, model):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>
                <a:solidFill>
                  <a:srgbClr val="0433FF"/>
                </a:solidFill>
              </a:rPr>
              <a:t>"""</a:t>
            </a:r>
            <a:r>
              <a:rPr sz="2200" err="1">
                <a:solidFill>
                  <a:srgbClr val="0433FF"/>
                </a:solidFill>
              </a:rPr>
              <a:t>Initialise</a:t>
            </a:r>
            <a:r>
              <a:rPr sz="2200">
                <a:solidFill>
                  <a:srgbClr val="0433FF"/>
                </a:solidFill>
              </a:rPr>
              <a:t>"""</a:t>
            </a:r>
            <a:br>
              <a:rPr sz="2200">
                <a:solidFill>
                  <a:srgbClr val="0433FF"/>
                </a:solidFill>
              </a:rPr>
            </a:br>
            <a:r>
              <a:rPr sz="2200"/>
              <a:t>    </a:t>
            </a:r>
            <a:r>
              <a:rPr sz="2200" err="1">
                <a:solidFill>
                  <a:srgbClr val="FF2600"/>
                </a:solidFill>
              </a:rPr>
              <a:t>self</a:t>
            </a:r>
            <a:r>
              <a:rPr sz="2200" err="1"/>
              <a:t>.make</a:t>
            </a:r>
            <a:r>
              <a:rPr sz="2200"/>
              <a:t> = make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 err="1">
                <a:solidFill>
                  <a:srgbClr val="FF2600"/>
                </a:solidFill>
              </a:rPr>
              <a:t>self</a:t>
            </a:r>
            <a:r>
              <a:rPr sz="2200" err="1"/>
              <a:t>.model</a:t>
            </a:r>
            <a:r>
              <a:rPr sz="2200"/>
              <a:t> = model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 err="1"/>
              <a:t>Car.numberCars</a:t>
            </a:r>
            <a:r>
              <a:rPr sz="2200"/>
              <a:t> +=1</a:t>
            </a:r>
          </a:p>
          <a:p>
            <a:pPr marL="401822" indent="-401822">
              <a:spcBef>
                <a:spcPts val="1687"/>
              </a:spcBef>
              <a:defRPr sz="4200"/>
            </a:pPr>
            <a:r>
              <a:rPr sz="2200"/>
              <a:t>and then the objects can access that data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print(</a:t>
            </a:r>
            <a:r>
              <a:rPr sz="2200" err="1"/>
              <a:t>Car.numberCars</a:t>
            </a:r>
            <a:r>
              <a:rPr sz="2200"/>
              <a:t>)           </a:t>
            </a:r>
            <a:r>
              <a:rPr sz="2200">
                <a:solidFill>
                  <a:srgbClr val="0433FF"/>
                </a:solidFill>
              </a:rPr>
              <a:t># zero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myCar</a:t>
            </a:r>
            <a:r>
              <a:rPr sz="2200"/>
              <a:t> = Car('</a:t>
            </a:r>
            <a:r>
              <a:rPr sz="2200" err="1"/>
              <a:t>nissan</a:t>
            </a:r>
            <a:r>
              <a:rPr sz="2200"/>
              <a:t>', 'micra')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print(</a:t>
            </a:r>
            <a:r>
              <a:rPr sz="2200" err="1"/>
              <a:t>Car.numberCars</a:t>
            </a:r>
            <a:r>
              <a:rPr sz="2200"/>
              <a:t>)           </a:t>
            </a:r>
            <a:r>
              <a:rPr sz="2200">
                <a:solidFill>
                  <a:srgbClr val="0433FF"/>
                </a:solidFill>
              </a:rPr>
              <a:t># one</a:t>
            </a:r>
          </a:p>
        </p:txBody>
      </p:sp>
      <p:sp>
        <p:nvSpPr>
          <p:cNvPr id="248" name="Class variable…"/>
          <p:cNvSpPr txBox="1"/>
          <p:nvPr/>
        </p:nvSpPr>
        <p:spPr>
          <a:xfrm>
            <a:off x="7853780" y="2518183"/>
            <a:ext cx="2666464" cy="980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Class variable</a:t>
            </a:r>
          </a:p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everyone gets</a:t>
            </a:r>
          </a:p>
        </p:txBody>
      </p:sp>
      <p:pic>
        <p:nvPicPr>
          <p:cNvPr id="249" name="Line Line" descr="Line with arrowhea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0345847">
            <a:off x="5525773" y="2818772"/>
            <a:ext cx="2317254" cy="316550"/>
          </a:xfrm>
          <a:prstGeom prst="rect">
            <a:avLst/>
          </a:prstGeom>
        </p:spPr>
      </p:pic>
      <p:sp>
        <p:nvSpPr>
          <p:cNvPr id="251" name="I update everyone"/>
          <p:cNvSpPr txBox="1"/>
          <p:nvPr/>
        </p:nvSpPr>
        <p:spPr>
          <a:xfrm>
            <a:off x="9001031" y="4037902"/>
            <a:ext cx="1740078" cy="980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I update everyone</a:t>
            </a:r>
          </a:p>
        </p:txBody>
      </p:sp>
      <p:pic>
        <p:nvPicPr>
          <p:cNvPr id="252" name="Line Line" descr="Line with arrowhea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0339357" flipV="1">
            <a:off x="5442970" y="4315984"/>
            <a:ext cx="3669383" cy="30901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onstructor"/>
          <p:cNvSpPr txBox="1">
            <a:spLocks noGrp="1"/>
          </p:cNvSpPr>
          <p:nvPr>
            <p:ph type="title"/>
          </p:nvPr>
        </p:nvSpPr>
        <p:spPr>
          <a:xfrm>
            <a:off x="1190625" y="178594"/>
            <a:ext cx="8239125" cy="12215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rPr lang="en-GB"/>
              <a:t>C</a:t>
            </a:r>
            <a:r>
              <a:rPr err="1"/>
              <a:t>onstructor</a:t>
            </a:r>
            <a:endParaRPr/>
          </a:p>
        </p:txBody>
      </p:sp>
      <p:sp>
        <p:nvSpPr>
          <p:cNvPr id="256" name="in classes, there is a function, __init__, which you write, automatically called when an object is created - the constructor.…"/>
          <p:cNvSpPr txBox="1">
            <a:spLocks noGrp="1"/>
          </p:cNvSpPr>
          <p:nvPr>
            <p:ph type="body" idx="1"/>
          </p:nvPr>
        </p:nvSpPr>
        <p:spPr>
          <a:xfrm>
            <a:off x="438150" y="1651397"/>
            <a:ext cx="11315699" cy="4733885"/>
          </a:xfrm>
          <a:prstGeom prst="rect">
            <a:avLst/>
          </a:prstGeom>
        </p:spPr>
        <p:txBody>
          <a:bodyPr/>
          <a:lstStyle/>
          <a:p>
            <a:r>
              <a:rPr sz="2300"/>
              <a:t>in classes, there is a function, </a:t>
            </a:r>
            <a:r>
              <a:rPr sz="2300">
                <a:latin typeface="Courier"/>
                <a:ea typeface="Courier"/>
                <a:cs typeface="Courier"/>
                <a:sym typeface="Courier"/>
              </a:rPr>
              <a:t>__</a:t>
            </a:r>
            <a:r>
              <a:rPr sz="2300" err="1">
                <a:latin typeface="Courier"/>
                <a:ea typeface="Courier"/>
                <a:cs typeface="Courier"/>
                <a:sym typeface="Courier"/>
              </a:rPr>
              <a:t>init</a:t>
            </a:r>
            <a:r>
              <a:rPr sz="2300">
                <a:latin typeface="Courier"/>
                <a:ea typeface="Courier"/>
                <a:cs typeface="Courier"/>
                <a:sym typeface="Courier"/>
              </a:rPr>
              <a:t>__</a:t>
            </a:r>
            <a:r>
              <a:rPr sz="2300"/>
              <a:t>, which you write, automatically called when an object is created - the constructor.</a:t>
            </a:r>
          </a:p>
          <a:p>
            <a:r>
              <a:rPr sz="2300"/>
              <a:t>It sets up the initial variables of the object, either itself, or from data supplied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300"/>
              <a:t>def __</a:t>
            </a:r>
            <a:r>
              <a:rPr sz="2300" err="1"/>
              <a:t>init</a:t>
            </a:r>
            <a:r>
              <a:rPr sz="2300"/>
              <a:t>__(self, make, model):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300"/>
              <a:t>    </a:t>
            </a:r>
            <a:r>
              <a:rPr sz="2300">
                <a:solidFill>
                  <a:srgbClr val="0433FF"/>
                </a:solidFill>
              </a:rPr>
              <a:t>"""</a:t>
            </a:r>
            <a:r>
              <a:rPr sz="2300" err="1">
                <a:solidFill>
                  <a:srgbClr val="0433FF"/>
                </a:solidFill>
              </a:rPr>
              <a:t>Initialise</a:t>
            </a:r>
            <a:r>
              <a:rPr sz="2300">
                <a:solidFill>
                  <a:srgbClr val="0433FF"/>
                </a:solidFill>
              </a:rPr>
              <a:t>"""</a:t>
            </a:r>
            <a:br>
              <a:rPr sz="2300">
                <a:solidFill>
                  <a:srgbClr val="0433FF"/>
                </a:solidFill>
              </a:rPr>
            </a:br>
            <a:r>
              <a:rPr sz="2300"/>
              <a:t>    </a:t>
            </a:r>
            <a:r>
              <a:rPr sz="2300" err="1"/>
              <a:t>self.make</a:t>
            </a:r>
            <a:r>
              <a:rPr sz="2300"/>
              <a:t> = make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300"/>
              <a:t>    </a:t>
            </a:r>
            <a:r>
              <a:rPr sz="2300" err="1"/>
              <a:t>self.model</a:t>
            </a:r>
            <a:r>
              <a:rPr sz="2300"/>
              <a:t> = model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300"/>
              <a:t>    </a:t>
            </a:r>
            <a:r>
              <a:rPr sz="2300" err="1"/>
              <a:t>self.tank_cap</a:t>
            </a:r>
            <a:r>
              <a:rPr sz="2300"/>
              <a:t> = 60   </a:t>
            </a:r>
            <a:r>
              <a:rPr sz="2300">
                <a:solidFill>
                  <a:srgbClr val="0433FF"/>
                </a:solidFill>
              </a:rPr>
              <a:t>#60 </a:t>
            </a:r>
            <a:r>
              <a:rPr sz="2300" err="1">
                <a:solidFill>
                  <a:srgbClr val="0433FF"/>
                </a:solidFill>
              </a:rPr>
              <a:t>litre</a:t>
            </a:r>
            <a:r>
              <a:rPr sz="2300">
                <a:solidFill>
                  <a:srgbClr val="0433FF"/>
                </a:solidFill>
              </a:rPr>
              <a:t> tank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300"/>
              <a:t>    </a:t>
            </a:r>
            <a:r>
              <a:rPr sz="2300" err="1"/>
              <a:t>self.tank</a:t>
            </a:r>
            <a:r>
              <a:rPr sz="2300"/>
              <a:t> = 0        </a:t>
            </a:r>
            <a:r>
              <a:rPr sz="2300">
                <a:solidFill>
                  <a:srgbClr val="0433FF"/>
                </a:solidFill>
              </a:rPr>
              <a:t>#initial fuel fill</a:t>
            </a:r>
            <a:br>
              <a:rPr sz="2300">
                <a:solidFill>
                  <a:srgbClr val="0433FF"/>
                </a:solidFill>
              </a:rPr>
            </a:br>
            <a:endParaRPr sz="2300">
              <a:solidFill>
                <a:srgbClr val="0433FF"/>
              </a:solidFill>
            </a:endParaRPr>
          </a:p>
          <a:p>
            <a:endParaRPr sz="2300"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modifying attribut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rPr lang="en-GB"/>
              <a:t>M</a:t>
            </a:r>
            <a:r>
              <a:rPr err="1"/>
              <a:t>odifying</a:t>
            </a:r>
            <a:r>
              <a:t> attributes</a:t>
            </a:r>
          </a:p>
        </p:txBody>
      </p:sp>
      <p:sp>
        <p:nvSpPr>
          <p:cNvPr id="259" name="in python, object data are easily accessible.…"/>
          <p:cNvSpPr txBox="1">
            <a:spLocks noGrp="1"/>
          </p:cNvSpPr>
          <p:nvPr>
            <p:ph type="body" idx="1"/>
          </p:nvPr>
        </p:nvSpPr>
        <p:spPr>
          <a:xfrm>
            <a:off x="80962" y="2356247"/>
            <a:ext cx="12030075" cy="4733885"/>
          </a:xfrm>
          <a:prstGeom prst="rect">
            <a:avLst/>
          </a:prstGeom>
        </p:spPr>
        <p:txBody>
          <a:bodyPr/>
          <a:lstStyle/>
          <a:p>
            <a:r>
              <a:t>in python, object data are easily accessible.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myCar</a:t>
            </a:r>
            <a:r>
              <a:t> = Car('</a:t>
            </a:r>
            <a:r>
              <a:rPr err="1"/>
              <a:t>nissan</a:t>
            </a:r>
            <a:r>
              <a:t>', 'micra')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myCar.tank</a:t>
            </a:r>
            <a:r>
              <a:t>)  </a:t>
            </a:r>
            <a:r>
              <a:rPr>
                <a:solidFill>
                  <a:srgbClr val="0433FF"/>
                </a:solidFill>
              </a:rPr>
              <a:t># get fuel level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myCar.tank</a:t>
            </a:r>
            <a:r>
              <a:t> = </a:t>
            </a:r>
            <a:r>
              <a:rPr err="1"/>
              <a:t>myCar.tank</a:t>
            </a:r>
            <a:r>
              <a:t> + 5  </a:t>
            </a:r>
            <a:r>
              <a:rPr>
                <a:solidFill>
                  <a:srgbClr val="0433FF"/>
                </a:solidFill>
              </a:rPr>
              <a:t># put in some fuel</a:t>
            </a:r>
          </a:p>
          <a:p>
            <a:r>
              <a:t>but it is best to write a function / method to change the data more safely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</a:t>
            </a:r>
            <a:r>
              <a:rPr err="1"/>
              <a:t>add_fuel</a:t>
            </a:r>
            <a:r>
              <a:t>(self, amount):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433FF"/>
                </a:solidFill>
              </a:rPr>
              <a:t>"""Adding fuel to tank"""</a:t>
            </a:r>
            <a:br>
              <a:rPr>
                <a:solidFill>
                  <a:srgbClr val="0433FF"/>
                </a:solidFill>
              </a:rPr>
            </a:br>
            <a:r>
              <a:t>    if (</a:t>
            </a:r>
            <a:r>
              <a:rPr err="1"/>
              <a:t>self.tank</a:t>
            </a:r>
            <a:r>
              <a:t>+ amount &lt;= </a:t>
            </a:r>
            <a:r>
              <a:rPr err="1"/>
              <a:t>self.tank_cap</a:t>
            </a:r>
            <a:endParaRPr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</a:t>
            </a:r>
            <a:r>
              <a:rPr err="1"/>
              <a:t>self.tank</a:t>
            </a:r>
            <a:r>
              <a:t> = </a:t>
            </a:r>
            <a:r>
              <a:rPr err="1"/>
              <a:t>self.tank</a:t>
            </a:r>
            <a:r>
              <a:t> + amount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else:</a:t>
            </a:r>
            <a:endParaRPr>
              <a:solidFill>
                <a:srgbClr val="0433FF"/>
              </a:solidFill>
            </a:endParaRP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print("Tank not big enough")</a:t>
            </a:r>
            <a:br>
              <a:rPr>
                <a:solidFill>
                  <a:srgbClr val="0433FF"/>
                </a:solidFill>
              </a:rPr>
            </a:br>
            <a:endParaRPr>
              <a:solidFill>
                <a:srgbClr val="0433FF"/>
              </a:solidFill>
            </a:endParaRPr>
          </a:p>
          <a:p>
            <a:endParaRPr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class methods"/>
          <p:cNvSpPr txBox="1">
            <a:spLocks noGrp="1"/>
          </p:cNvSpPr>
          <p:nvPr>
            <p:ph type="title"/>
          </p:nvPr>
        </p:nvSpPr>
        <p:spPr>
          <a:xfrm>
            <a:off x="1190625" y="-164306"/>
            <a:ext cx="9810750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rPr lang="en-GB"/>
              <a:t>C</a:t>
            </a:r>
            <a:r>
              <a:t>lass methods</a:t>
            </a:r>
          </a:p>
        </p:txBody>
      </p:sp>
      <p:sp>
        <p:nvSpPr>
          <p:cNvPr id="262" name="if you want a function to muck around with class data at class level (not object level)…"/>
          <p:cNvSpPr txBox="1">
            <a:spLocks noGrp="1"/>
          </p:cNvSpPr>
          <p:nvPr>
            <p:ph type="body" idx="1"/>
          </p:nvPr>
        </p:nvSpPr>
        <p:spPr>
          <a:xfrm>
            <a:off x="285750" y="1418759"/>
            <a:ext cx="11753849" cy="5261799"/>
          </a:xfrm>
          <a:prstGeom prst="rect">
            <a:avLst/>
          </a:prstGeom>
        </p:spPr>
        <p:txBody>
          <a:bodyPr/>
          <a:lstStyle/>
          <a:p>
            <a:r>
              <a:rPr sz="2200"/>
              <a:t>if you want a </a:t>
            </a:r>
            <a:r>
              <a:rPr sz="2200" i="1"/>
              <a:t>function</a:t>
            </a:r>
            <a:r>
              <a:rPr sz="2200"/>
              <a:t> to muck around with class data at class level (not object level)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class Car():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 err="1"/>
              <a:t>numberCars</a:t>
            </a:r>
            <a:r>
              <a:rPr sz="2200"/>
              <a:t> = 0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def __</a:t>
            </a:r>
            <a:r>
              <a:rPr sz="2200" err="1"/>
              <a:t>init</a:t>
            </a:r>
            <a:r>
              <a:rPr sz="2200"/>
              <a:t>__(self, make, model):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    </a:t>
            </a:r>
            <a:r>
              <a:rPr sz="2200" err="1"/>
              <a:t>self.make</a:t>
            </a:r>
            <a:r>
              <a:rPr sz="2200"/>
              <a:t> = make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    </a:t>
            </a:r>
            <a:r>
              <a:rPr sz="2200" err="1"/>
              <a:t>self.model</a:t>
            </a:r>
            <a:r>
              <a:rPr sz="2200"/>
              <a:t> = model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    </a:t>
            </a:r>
            <a:r>
              <a:rPr sz="2200" err="1"/>
              <a:t>Car.numberCars</a:t>
            </a:r>
            <a:r>
              <a:rPr sz="2200"/>
              <a:t> +=1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   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@classmethod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def </a:t>
            </a:r>
            <a:r>
              <a:rPr sz="2200" err="1"/>
              <a:t>how_many</a:t>
            </a:r>
            <a:r>
              <a:rPr sz="2200"/>
              <a:t>(</a:t>
            </a:r>
            <a:r>
              <a:rPr sz="2200" err="1">
                <a:solidFill>
                  <a:srgbClr val="FF2600"/>
                </a:solidFill>
              </a:rPr>
              <a:t>cls</a:t>
            </a:r>
            <a:r>
              <a:rPr sz="2200"/>
              <a:t>):    </a:t>
            </a:r>
            <a:r>
              <a:rPr sz="2200">
                <a:solidFill>
                  <a:srgbClr val="0433FF"/>
                </a:solidFill>
              </a:rPr>
              <a:t># 'self' for classes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    print("{}".format(</a:t>
            </a:r>
            <a:r>
              <a:rPr sz="2200" err="1">
                <a:solidFill>
                  <a:srgbClr val="FF2600"/>
                </a:solidFill>
              </a:rPr>
              <a:t>cls</a:t>
            </a:r>
            <a:r>
              <a:rPr sz="2200" err="1"/>
              <a:t>.numberCars</a:t>
            </a:r>
            <a:r>
              <a:rPr sz="2200"/>
              <a:t>))</a:t>
            </a:r>
          </a:p>
          <a:p>
            <a:r>
              <a:rPr sz="2200"/>
              <a:t> call with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Car.how_many</a:t>
            </a:r>
            <a:r>
              <a:rPr sz="2200"/>
              <a:t>()   </a:t>
            </a:r>
            <a:r>
              <a:rPr sz="2200">
                <a:solidFill>
                  <a:srgbClr val="0433FF"/>
                </a:solidFill>
              </a:rPr>
              <a:t># gives 0 before objects created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myCar.how_many</a:t>
            </a:r>
            <a:r>
              <a:rPr sz="2200"/>
              <a:t>() </a:t>
            </a:r>
            <a:r>
              <a:rPr sz="2200">
                <a:solidFill>
                  <a:srgbClr val="0433FF"/>
                </a:solidFill>
              </a:rPr>
              <a:t># can't use until </a:t>
            </a:r>
            <a:r>
              <a:rPr sz="2200" err="1">
                <a:solidFill>
                  <a:srgbClr val="0433FF"/>
                </a:solidFill>
              </a:rPr>
              <a:t>myCar</a:t>
            </a:r>
            <a:r>
              <a:rPr sz="2200">
                <a:solidFill>
                  <a:srgbClr val="0433FF"/>
                </a:solidFill>
              </a:rPr>
              <a:t> exists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factory functions"/>
          <p:cNvSpPr txBox="1">
            <a:spLocks noGrp="1"/>
          </p:cNvSpPr>
          <p:nvPr>
            <p:ph type="title"/>
          </p:nvPr>
        </p:nvSpPr>
        <p:spPr>
          <a:xfrm>
            <a:off x="1581150" y="-97631"/>
            <a:ext cx="9810750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factory functions</a:t>
            </a:r>
          </a:p>
        </p:txBody>
      </p:sp>
      <p:sp>
        <p:nvSpPr>
          <p:cNvPr id="265" name="you can only have one __init__ function in a class, but if you want special  initialisation,…"/>
          <p:cNvSpPr txBox="1">
            <a:spLocks noGrp="1"/>
          </p:cNvSpPr>
          <p:nvPr>
            <p:ph type="body" idx="1"/>
          </p:nvPr>
        </p:nvSpPr>
        <p:spPr>
          <a:xfrm>
            <a:off x="242887" y="1523534"/>
            <a:ext cx="11706225" cy="5261799"/>
          </a:xfrm>
          <a:prstGeom prst="rect">
            <a:avLst/>
          </a:prstGeom>
        </p:spPr>
        <p:txBody>
          <a:bodyPr/>
          <a:lstStyle/>
          <a:p>
            <a:r>
              <a:rPr sz="2200"/>
              <a:t>you can only have one </a:t>
            </a:r>
            <a:r>
              <a:rPr sz="2200">
                <a:latin typeface="Courier"/>
                <a:ea typeface="Courier"/>
                <a:cs typeface="Courier"/>
                <a:sym typeface="Courier"/>
              </a:rPr>
              <a:t>__</a:t>
            </a:r>
            <a:r>
              <a:rPr sz="2200" err="1">
                <a:latin typeface="Courier"/>
                <a:ea typeface="Courier"/>
                <a:cs typeface="Courier"/>
                <a:sym typeface="Courier"/>
              </a:rPr>
              <a:t>init</a:t>
            </a:r>
            <a:r>
              <a:rPr sz="2200">
                <a:latin typeface="Courier"/>
                <a:ea typeface="Courier"/>
                <a:cs typeface="Courier"/>
                <a:sym typeface="Courier"/>
              </a:rPr>
              <a:t>__</a:t>
            </a:r>
            <a:r>
              <a:rPr sz="2200"/>
              <a:t> function in a class, but if you want special  </a:t>
            </a:r>
            <a:r>
              <a:rPr sz="2200" err="1"/>
              <a:t>initialisation</a:t>
            </a:r>
            <a:r>
              <a:rPr sz="2200"/>
              <a:t>,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class Pizza: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def __</a:t>
            </a:r>
            <a:r>
              <a:rPr sz="2200" err="1"/>
              <a:t>init</a:t>
            </a:r>
            <a:r>
              <a:rPr sz="2200"/>
              <a:t>__(self, ingredients):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    </a:t>
            </a:r>
            <a:r>
              <a:rPr sz="2200" err="1"/>
              <a:t>self.ingredients</a:t>
            </a:r>
            <a:r>
              <a:rPr sz="2200"/>
              <a:t> = ingredients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def __</a:t>
            </a:r>
            <a:r>
              <a:rPr sz="2200" err="1"/>
              <a:t>repr</a:t>
            </a:r>
            <a:r>
              <a:rPr sz="2200"/>
              <a:t>__(self):   </a:t>
            </a:r>
            <a:r>
              <a:rPr sz="2200">
                <a:solidFill>
                  <a:srgbClr val="0433FF"/>
                </a:solidFill>
              </a:rPr>
              <a:t># go investigate :)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    return </a:t>
            </a:r>
            <a:r>
              <a:rPr sz="2200" err="1"/>
              <a:t>f'Pizza</a:t>
            </a:r>
            <a:r>
              <a:rPr sz="2200"/>
              <a:t>({</a:t>
            </a:r>
            <a:r>
              <a:rPr sz="2200" err="1"/>
              <a:t>self.ingredients!r</a:t>
            </a:r>
            <a:r>
              <a:rPr sz="2200"/>
              <a:t>})'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                  </a:t>
            </a:r>
            <a:r>
              <a:rPr sz="2200">
                <a:solidFill>
                  <a:srgbClr val="0433FF"/>
                </a:solidFill>
              </a:rPr>
              <a:t># f strings for compactness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>
                <a:solidFill>
                  <a:srgbClr val="FF2600"/>
                </a:solidFill>
              </a:rPr>
              <a:t>@classmethod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solidFill>
                  <a:srgbClr val="FF26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def margherita(</a:t>
            </a:r>
            <a:r>
              <a:rPr sz="2200" err="1"/>
              <a:t>cls</a:t>
            </a:r>
            <a:r>
              <a:rPr sz="2200"/>
              <a:t>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solidFill>
                  <a:srgbClr val="FF26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    return </a:t>
            </a:r>
            <a:r>
              <a:rPr sz="2200" err="1"/>
              <a:t>cls</a:t>
            </a:r>
            <a:r>
              <a:rPr sz="2200"/>
              <a:t>(['</a:t>
            </a:r>
            <a:r>
              <a:rPr sz="2200" err="1"/>
              <a:t>moz</a:t>
            </a:r>
            <a:r>
              <a:rPr sz="2200"/>
              <a:t>', 'tomatoes'])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myCheese</a:t>
            </a:r>
            <a:r>
              <a:rPr sz="2200"/>
              <a:t> = Pizza(['cheese', 'cheese'])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print(</a:t>
            </a:r>
            <a:r>
              <a:rPr sz="2200" err="1"/>
              <a:t>myCheese</a:t>
            </a:r>
            <a:r>
              <a:rPr sz="2200"/>
              <a:t>)   </a:t>
            </a:r>
            <a:r>
              <a:rPr sz="2200">
                <a:solidFill>
                  <a:srgbClr val="0433FF"/>
                </a:solidFill>
              </a:rPr>
              <a:t># Pizza(['cheese', 'cheese'])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err="1"/>
              <a:t>myOtherPizza</a:t>
            </a:r>
            <a:r>
              <a:rPr sz="2200"/>
              <a:t> = </a:t>
            </a:r>
            <a:r>
              <a:rPr sz="2200" err="1"/>
              <a:t>Pizza.margherita</a:t>
            </a:r>
            <a:r>
              <a:rPr sz="2200"/>
              <a:t>()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print(</a:t>
            </a:r>
            <a:r>
              <a:rPr sz="2200" err="1"/>
              <a:t>myOtherPizza</a:t>
            </a:r>
            <a:r>
              <a:rPr sz="2200"/>
              <a:t>) </a:t>
            </a:r>
            <a:r>
              <a:rPr sz="2200">
                <a:solidFill>
                  <a:srgbClr val="0433FF"/>
                </a:solidFill>
              </a:rPr>
              <a:t># Pizza(['</a:t>
            </a:r>
            <a:r>
              <a:rPr sz="2200" err="1">
                <a:solidFill>
                  <a:srgbClr val="0433FF"/>
                </a:solidFill>
              </a:rPr>
              <a:t>moz</a:t>
            </a:r>
            <a:r>
              <a:rPr sz="2200">
                <a:solidFill>
                  <a:srgbClr val="0433FF"/>
                </a:solidFill>
              </a:rPr>
              <a:t>', 'tomatoes'])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Inheritance"/>
          <p:cNvSpPr txBox="1">
            <a:spLocks noGrp="1"/>
          </p:cNvSpPr>
          <p:nvPr>
            <p:ph type="title"/>
          </p:nvPr>
        </p:nvSpPr>
        <p:spPr>
          <a:xfrm>
            <a:off x="1123950" y="8961"/>
            <a:ext cx="9810750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hueOff val="-146070"/>
                    <a:satOff val="-10048"/>
                    <a:lumOff val="-30626"/>
                  </a:schemeClr>
                </a:solidFill>
              </a:defRPr>
            </a:lvl1pPr>
          </a:lstStyle>
          <a:p>
            <a:r>
              <a:t>Inheritance</a:t>
            </a:r>
          </a:p>
        </p:txBody>
      </p:sp>
      <p:sp>
        <p:nvSpPr>
          <p:cNvPr id="268" name="Start from a base/super/parent type/class.…"/>
          <p:cNvSpPr txBox="1">
            <a:spLocks noGrp="1"/>
          </p:cNvSpPr>
          <p:nvPr>
            <p:ph type="body" idx="1"/>
          </p:nvPr>
        </p:nvSpPr>
        <p:spPr>
          <a:xfrm>
            <a:off x="523875" y="1946672"/>
            <a:ext cx="8230242" cy="4018359"/>
          </a:xfrm>
          <a:prstGeom prst="rect">
            <a:avLst/>
          </a:prstGeom>
        </p:spPr>
        <p:txBody>
          <a:bodyPr/>
          <a:lstStyle/>
          <a:p>
            <a:r>
              <a:t>Start from a base/super/parent type/class. </a:t>
            </a:r>
          </a:p>
          <a:p>
            <a:r>
              <a:t>Invent a new class, initially cloned from the base: an inherited/sub/child/derived class.</a:t>
            </a:r>
          </a:p>
          <a:p>
            <a:r>
              <a:t>Add new data and functions </a:t>
            </a:r>
            <a:br>
              <a:rPr/>
            </a:br>
            <a:r>
              <a:t>to the derived class, and </a:t>
            </a:r>
            <a:br>
              <a:rPr/>
            </a:br>
            <a:r>
              <a:t>override functions of base.</a:t>
            </a:r>
          </a:p>
        </p:txBody>
      </p:sp>
      <p:graphicFrame>
        <p:nvGraphicFramePr>
          <p:cNvPr id="269" name="Table" descr="'Trash' Object - Parent"/>
          <p:cNvGraphicFramePr/>
          <p:nvPr/>
        </p:nvGraphicFramePr>
        <p:xfrm>
          <a:off x="8810625" y="705446"/>
          <a:ext cx="1340674" cy="1870245"/>
        </p:xfrm>
        <a:graphic>
          <a:graphicData uri="http://schemas.openxmlformats.org/drawingml/2006/table">
            <a:tbl>
              <a:tblPr bandRow="1"/>
              <a:tblGrid>
                <a:gridCol w="134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3415"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Trash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T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415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weight
value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415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shred()
burn()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B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0" name="Table" descr="'Can' object - child"/>
          <p:cNvGraphicFramePr/>
          <p:nvPr/>
        </p:nvGraphicFramePr>
        <p:xfrm>
          <a:off x="9123164" y="4348758"/>
          <a:ext cx="1340674" cy="1870245"/>
        </p:xfrm>
        <a:graphic>
          <a:graphicData uri="http://schemas.openxmlformats.org/drawingml/2006/table">
            <a:tbl>
              <a:tblPr bandRow="1"/>
              <a:tblGrid>
                <a:gridCol w="134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3415"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Can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T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415"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415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crush()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B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1" name="Table" descr="'Wastepaper' object - child"/>
          <p:cNvGraphicFramePr/>
          <p:nvPr/>
        </p:nvGraphicFramePr>
        <p:xfrm>
          <a:off x="7506891" y="4095064"/>
          <a:ext cx="1476712" cy="2377632"/>
        </p:xfrm>
        <a:graphic>
          <a:graphicData uri="http://schemas.openxmlformats.org/drawingml/2006/table">
            <a:tbl>
              <a:tblPr bandRow="1"/>
              <a:tblGrid>
                <a:gridCol w="147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544"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Wastepaper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T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544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condition
</a:t>
                      </a:r>
                      <a:r>
                        <a:rPr sz="1500" err="1">
                          <a:sym typeface="Helvetica Neue"/>
                        </a:rPr>
                        <a:t>value_wet</a:t>
                      </a:r>
                      <a:r>
                        <a:rPr sz="1500">
                          <a:sym typeface="Helvetica Neue"/>
                        </a:rPr>
                        <a:t>
</a:t>
                      </a:r>
                      <a:r>
                        <a:rPr sz="1500" err="1">
                          <a:sym typeface="Helvetica Neue"/>
                        </a:rPr>
                        <a:t>value_dry</a:t>
                      </a:r>
                      <a:endParaRPr sz="1500">
                        <a:sym typeface="Helvetica Neue"/>
                      </a:endParaRP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544">
                <a:tc>
                  <a:txBody>
                    <a:bodyPr/>
                    <a:lstStyle/>
                    <a:p>
                      <a:pPr defTabSz="914400"/>
                      <a:r>
                        <a:rPr sz="1500" err="1">
                          <a:sym typeface="Helvetica Neue"/>
                        </a:rPr>
                        <a:t>value_refresh</a:t>
                      </a:r>
                      <a:r>
                        <a:rPr sz="1500">
                          <a:sym typeface="Helvetica Neue"/>
                        </a:rPr>
                        <a:t>()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B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2" name="Line" descr="Line with arrowhead"/>
          <p:cNvSpPr/>
          <p:nvPr/>
        </p:nvSpPr>
        <p:spPr>
          <a:xfrm flipH="1" flipV="1">
            <a:off x="9501106" y="2609994"/>
            <a:ext cx="273926" cy="1703046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273" name="Line" descr="Line with arrowhead"/>
          <p:cNvSpPr/>
          <p:nvPr/>
        </p:nvSpPr>
        <p:spPr>
          <a:xfrm flipV="1">
            <a:off x="8845359" y="2609994"/>
            <a:ext cx="514942" cy="144434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Inheritance"/>
          <p:cNvSpPr txBox="1">
            <a:spLocks noGrp="1"/>
          </p:cNvSpPr>
          <p:nvPr>
            <p:ph type="title"/>
          </p:nvPr>
        </p:nvSpPr>
        <p:spPr>
          <a:xfrm>
            <a:off x="1190625" y="-104932"/>
            <a:ext cx="9810750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hueOff val="-146070"/>
                    <a:satOff val="-10048"/>
                    <a:lumOff val="-30626"/>
                  </a:schemeClr>
                </a:solidFill>
              </a:defRPr>
            </a:lvl1pPr>
          </a:lstStyle>
          <a:p>
            <a:r>
              <a:t>Inheritance</a:t>
            </a:r>
          </a:p>
        </p:txBody>
      </p:sp>
      <p:sp>
        <p:nvSpPr>
          <p:cNvPr id="276" name="The balance of what goes in the base class and how the derived classes augment, is the tricky design bit.…"/>
          <p:cNvSpPr txBox="1">
            <a:spLocks noGrp="1"/>
          </p:cNvSpPr>
          <p:nvPr>
            <p:ph type="body" idx="1"/>
          </p:nvPr>
        </p:nvSpPr>
        <p:spPr>
          <a:xfrm>
            <a:off x="219075" y="1946672"/>
            <a:ext cx="8535042" cy="4018359"/>
          </a:xfrm>
          <a:prstGeom prst="rect">
            <a:avLst/>
          </a:prstGeom>
        </p:spPr>
        <p:txBody>
          <a:bodyPr/>
          <a:lstStyle/>
          <a:p>
            <a:r>
              <a:t>The balance of what goes in the base class and how the derived classes augment, is the tricky design bit.</a:t>
            </a:r>
          </a:p>
          <a:p>
            <a:r>
              <a:t>Can decide </a:t>
            </a:r>
            <a:r>
              <a:rPr i="1"/>
              <a:t>only</a:t>
            </a:r>
            <a:r>
              <a:t> to override</a:t>
            </a:r>
            <a:br>
              <a:rPr/>
            </a:br>
            <a:r>
              <a:t>(a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Can</a:t>
            </a:r>
            <a:r>
              <a:t> </a:t>
            </a:r>
            <a:r>
              <a:rPr i="1"/>
              <a:t>is</a:t>
            </a:r>
            <a:r>
              <a:t> a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Trash</a:t>
            </a:r>
            <a:r>
              <a:t>)</a:t>
            </a:r>
          </a:p>
          <a:p>
            <a:r>
              <a:t>If you add stuff to the child</a:t>
            </a:r>
            <a:br>
              <a:rPr/>
            </a:br>
            <a:r>
              <a:t>it can do more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Waste</a:t>
            </a:r>
            <a:br>
              <a:rPr b="1">
                <a:latin typeface="Courier"/>
                <a:ea typeface="Courier"/>
                <a:cs typeface="Courier"/>
                <a:sym typeface="Courier"/>
              </a:rPr>
            </a:br>
            <a:r>
              <a:rPr b="1">
                <a:latin typeface="Courier"/>
                <a:ea typeface="Courier"/>
                <a:cs typeface="Courier"/>
                <a:sym typeface="Courier"/>
              </a:rPr>
              <a:t>paper</a:t>
            </a:r>
            <a:r>
              <a:t> is </a:t>
            </a:r>
            <a:r>
              <a:rPr i="1"/>
              <a:t>like</a:t>
            </a:r>
            <a:r>
              <a:t>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Trash</a:t>
            </a:r>
            <a:r>
              <a:t>)</a:t>
            </a:r>
          </a:p>
        </p:txBody>
      </p:sp>
      <p:graphicFrame>
        <p:nvGraphicFramePr>
          <p:cNvPr id="277" name="Table" descr="'Trash' Object - Parent"/>
          <p:cNvGraphicFramePr/>
          <p:nvPr/>
        </p:nvGraphicFramePr>
        <p:xfrm>
          <a:off x="8810625" y="705446"/>
          <a:ext cx="1340674" cy="2370369"/>
        </p:xfrm>
        <a:graphic>
          <a:graphicData uri="http://schemas.openxmlformats.org/drawingml/2006/table">
            <a:tbl>
              <a:tblPr bandRow="1"/>
              <a:tblGrid>
                <a:gridCol w="134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0123"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Trash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T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123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weight
value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123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shred()
burn()
crush()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B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8" name="Table" descr="'Can' Object - Child"/>
          <p:cNvGraphicFramePr/>
          <p:nvPr/>
        </p:nvGraphicFramePr>
        <p:xfrm>
          <a:off x="9123164" y="4348758"/>
          <a:ext cx="1340674" cy="1870245"/>
        </p:xfrm>
        <a:graphic>
          <a:graphicData uri="http://schemas.openxmlformats.org/drawingml/2006/table">
            <a:tbl>
              <a:tblPr bandRow="1"/>
              <a:tblGrid>
                <a:gridCol w="134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3415"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Can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T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415"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415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crush()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B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9" name="Table" descr="'Wastepaper' object - child"/>
          <p:cNvGraphicFramePr/>
          <p:nvPr/>
        </p:nvGraphicFramePr>
        <p:xfrm>
          <a:off x="7506891" y="4095064"/>
          <a:ext cx="1476712" cy="2377632"/>
        </p:xfrm>
        <a:graphic>
          <a:graphicData uri="http://schemas.openxmlformats.org/drawingml/2006/table">
            <a:tbl>
              <a:tblPr bandRow="1"/>
              <a:tblGrid>
                <a:gridCol w="147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544"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Wastepaper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T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544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condition
value_wet
value_dry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544">
                <a:tc>
                  <a:txBody>
                    <a:bodyPr/>
                    <a:lstStyle/>
                    <a:p>
                      <a:pPr defTabSz="914400"/>
                      <a:r>
                        <a:rPr sz="1500" err="1">
                          <a:sym typeface="Helvetica Neue"/>
                        </a:rPr>
                        <a:t>value_refresh</a:t>
                      </a:r>
                      <a:r>
                        <a:rPr sz="1500">
                          <a:sym typeface="Helvetica Neue"/>
                        </a:rPr>
                        <a:t>()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B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0" name="Line" descr="Line with arrowhead"/>
          <p:cNvSpPr/>
          <p:nvPr/>
        </p:nvSpPr>
        <p:spPr>
          <a:xfrm flipH="1" flipV="1">
            <a:off x="9498222" y="3105138"/>
            <a:ext cx="276810" cy="120790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281" name="Line" descr="Line with arrowhead"/>
          <p:cNvSpPr/>
          <p:nvPr/>
        </p:nvSpPr>
        <p:spPr>
          <a:xfrm flipV="1">
            <a:off x="8845359" y="3103289"/>
            <a:ext cx="537934" cy="951046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Inherit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hueOff val="-146070"/>
                    <a:satOff val="-10048"/>
                    <a:lumOff val="-30626"/>
                  </a:schemeClr>
                </a:solidFill>
              </a:defRPr>
            </a:lvl1pPr>
          </a:lstStyle>
          <a:p>
            <a:r>
              <a:t>Inheritance</a:t>
            </a:r>
          </a:p>
        </p:txBody>
      </p:sp>
      <p:sp>
        <p:nvSpPr>
          <p:cNvPr id="284" name="If you are writing code,...  doStuff(x)   ...    x.crush() ...…"/>
          <p:cNvSpPr txBox="1">
            <a:spLocks noGrp="1"/>
          </p:cNvSpPr>
          <p:nvPr>
            <p:ph type="body" idx="1"/>
          </p:nvPr>
        </p:nvSpPr>
        <p:spPr>
          <a:xfrm>
            <a:off x="1552575" y="1946672"/>
            <a:ext cx="7201542" cy="4018359"/>
          </a:xfrm>
          <a:prstGeom prst="rect">
            <a:avLst/>
          </a:prstGeom>
        </p:spPr>
        <p:txBody>
          <a:bodyPr/>
          <a:lstStyle/>
          <a:p>
            <a:r>
              <a:t>If you are writing code,...</a:t>
            </a:r>
            <a:br>
              <a:rPr/>
            </a:br>
            <a:br>
              <a:rPr sz="844"/>
            </a:br>
            <a:r>
              <a:rPr sz="1687" err="1">
                <a:latin typeface="Courier"/>
                <a:ea typeface="Courier"/>
                <a:cs typeface="Courier"/>
                <a:sym typeface="Courier"/>
              </a:rPr>
              <a:t>doStuff</a:t>
            </a:r>
            <a:r>
              <a:rPr sz="1687">
                <a:latin typeface="Courier"/>
                <a:ea typeface="Courier"/>
                <a:cs typeface="Courier"/>
                <a:sym typeface="Courier"/>
              </a:rPr>
              <a:t>(x)</a:t>
            </a: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r>
              <a:rPr sz="1687">
                <a:latin typeface="Courier"/>
                <a:ea typeface="Courier"/>
                <a:cs typeface="Courier"/>
                <a:sym typeface="Courier"/>
              </a:rPr>
              <a:t>  ... </a:t>
            </a: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r>
              <a:rPr sz="1687"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sz="1687" err="1">
                <a:latin typeface="Courier"/>
                <a:ea typeface="Courier"/>
                <a:cs typeface="Courier"/>
                <a:sym typeface="Courier"/>
              </a:rPr>
              <a:t>x.crush</a:t>
            </a:r>
            <a:r>
              <a:rPr sz="1687">
                <a:latin typeface="Courier"/>
                <a:ea typeface="Courier"/>
                <a:cs typeface="Courier"/>
                <a:sym typeface="Courier"/>
              </a:rPr>
              <a:t>() ... </a:t>
            </a:r>
          </a:p>
          <a:p>
            <a:r>
              <a:t>this, amazingly, works !</a:t>
            </a:r>
            <a:br>
              <a:rPr/>
            </a:br>
            <a:br>
              <a:rPr sz="844"/>
            </a:br>
            <a:r>
              <a:rPr sz="1687">
                <a:latin typeface="Courier"/>
                <a:ea typeface="Courier"/>
                <a:cs typeface="Courier"/>
                <a:sym typeface="Courier"/>
              </a:rPr>
              <a:t>Trash t; Wastepaper w; Can c;</a:t>
            </a: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r>
              <a:rPr sz="1687" err="1">
                <a:latin typeface="Courier"/>
                <a:ea typeface="Courier"/>
                <a:cs typeface="Courier"/>
                <a:sym typeface="Courier"/>
              </a:rPr>
              <a:t>doStuff</a:t>
            </a:r>
            <a:r>
              <a:rPr sz="1687">
                <a:latin typeface="Courier"/>
                <a:ea typeface="Courier"/>
                <a:cs typeface="Courier"/>
                <a:sym typeface="Courier"/>
              </a:rPr>
              <a:t>(t) #base crush</a:t>
            </a: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r>
              <a:rPr sz="1687" err="1">
                <a:latin typeface="Courier"/>
                <a:ea typeface="Courier"/>
                <a:cs typeface="Courier"/>
                <a:sym typeface="Courier"/>
              </a:rPr>
              <a:t>doStuff</a:t>
            </a:r>
            <a:r>
              <a:rPr sz="1687">
                <a:latin typeface="Courier"/>
                <a:ea typeface="Courier"/>
                <a:cs typeface="Courier"/>
                <a:sym typeface="Courier"/>
              </a:rPr>
              <a:t>(w) #base crush</a:t>
            </a:r>
            <a:br>
              <a:rPr sz="1687">
                <a:latin typeface="Courier"/>
                <a:ea typeface="Courier"/>
                <a:cs typeface="Courier"/>
                <a:sym typeface="Courier"/>
              </a:rPr>
            </a:br>
            <a:r>
              <a:rPr sz="1687" err="1">
                <a:latin typeface="Courier"/>
                <a:ea typeface="Courier"/>
                <a:cs typeface="Courier"/>
                <a:sym typeface="Courier"/>
              </a:rPr>
              <a:t>doStuff</a:t>
            </a:r>
            <a:r>
              <a:rPr sz="1687">
                <a:latin typeface="Courier"/>
                <a:ea typeface="Courier"/>
                <a:cs typeface="Courier"/>
                <a:sym typeface="Courier"/>
              </a:rPr>
              <a:t>(c) #specialised crush</a:t>
            </a:r>
          </a:p>
        </p:txBody>
      </p:sp>
      <p:graphicFrame>
        <p:nvGraphicFramePr>
          <p:cNvPr id="9" name="Table" descr="'Trash' Object - Parent">
            <a:extLst>
              <a:ext uri="{FF2B5EF4-FFF2-40B4-BE49-F238E27FC236}">
                <a16:creationId xmlns:a16="http://schemas.microsoft.com/office/drawing/2014/main" id="{4E4C5283-974E-1C4B-8B19-8CAAE9D63C38}"/>
              </a:ext>
            </a:extLst>
          </p:cNvPr>
          <p:cNvGraphicFramePr/>
          <p:nvPr/>
        </p:nvGraphicFramePr>
        <p:xfrm>
          <a:off x="8810625" y="705446"/>
          <a:ext cx="1340674" cy="2370369"/>
        </p:xfrm>
        <a:graphic>
          <a:graphicData uri="http://schemas.openxmlformats.org/drawingml/2006/table">
            <a:tbl>
              <a:tblPr bandRow="1"/>
              <a:tblGrid>
                <a:gridCol w="134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0123"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Trash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T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123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weight
value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123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shred()
burn()
crush()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B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" descr="'Can' Object - Child">
            <a:extLst>
              <a:ext uri="{FF2B5EF4-FFF2-40B4-BE49-F238E27FC236}">
                <a16:creationId xmlns:a16="http://schemas.microsoft.com/office/drawing/2014/main" id="{36958902-6DFB-1A42-A153-679544641F88}"/>
              </a:ext>
            </a:extLst>
          </p:cNvPr>
          <p:cNvGraphicFramePr/>
          <p:nvPr/>
        </p:nvGraphicFramePr>
        <p:xfrm>
          <a:off x="9123164" y="4348758"/>
          <a:ext cx="1340674" cy="1870245"/>
        </p:xfrm>
        <a:graphic>
          <a:graphicData uri="http://schemas.openxmlformats.org/drawingml/2006/table">
            <a:tbl>
              <a:tblPr bandRow="1"/>
              <a:tblGrid>
                <a:gridCol w="1340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3415"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Can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T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415">
                <a:tc>
                  <a:txBody>
                    <a:bodyPr/>
                    <a:lstStyle/>
                    <a:p>
                      <a:pPr defTabSz="914400">
                        <a:defRPr sz="2200">
                          <a:sym typeface="Helvetica Neue"/>
                        </a:defRPr>
                      </a:pPr>
                      <a:endParaRPr sz="1500"/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415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crush()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B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" descr="'Wastepaper' object - child">
            <a:extLst>
              <a:ext uri="{FF2B5EF4-FFF2-40B4-BE49-F238E27FC236}">
                <a16:creationId xmlns:a16="http://schemas.microsoft.com/office/drawing/2014/main" id="{4564DC9D-DE0C-754F-862D-159E80AA065F}"/>
              </a:ext>
            </a:extLst>
          </p:cNvPr>
          <p:cNvGraphicFramePr/>
          <p:nvPr/>
        </p:nvGraphicFramePr>
        <p:xfrm>
          <a:off x="7506891" y="4095064"/>
          <a:ext cx="1476712" cy="2377632"/>
        </p:xfrm>
        <a:graphic>
          <a:graphicData uri="http://schemas.openxmlformats.org/drawingml/2006/table">
            <a:tbl>
              <a:tblPr bandRow="1"/>
              <a:tblGrid>
                <a:gridCol w="147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544">
                <a:tc>
                  <a:txBody>
                    <a:bodyPr/>
                    <a:lstStyle/>
                    <a:p>
                      <a:pPr defTabSz="914400"/>
                      <a:r>
                        <a:rPr sz="1500" b="1">
                          <a:sym typeface="Helvetica Neue"/>
                        </a:rPr>
                        <a:t>Wastepaper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T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544">
                <a:tc>
                  <a:txBody>
                    <a:bodyPr/>
                    <a:lstStyle/>
                    <a:p>
                      <a:pPr defTabSz="914400"/>
                      <a:r>
                        <a:rPr sz="1500">
                          <a:sym typeface="Helvetica Neue"/>
                        </a:rPr>
                        <a:t>condition
value_wet
value_dry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544">
                <a:tc>
                  <a:txBody>
                    <a:bodyPr/>
                    <a:lstStyle/>
                    <a:p>
                      <a:pPr defTabSz="914400"/>
                      <a:r>
                        <a:rPr sz="1500" err="1">
                          <a:sym typeface="Helvetica Neue"/>
                        </a:rPr>
                        <a:t>value_refresh</a:t>
                      </a:r>
                      <a:r>
                        <a:rPr sz="1500">
                          <a:sym typeface="Helvetica Neue"/>
                        </a:rPr>
                        <a:t>()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L>
                    <a:lnR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R>
                    <a:lnB w="12700">
                      <a:solidFill>
                        <a:srgbClr val="000000"/>
                      </a:solidFill>
                      <a:custDash>
                        <a:ds d="100000" sp="200000"/>
                      </a:custDash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Line" descr="Line with arrowhead">
            <a:extLst>
              <a:ext uri="{FF2B5EF4-FFF2-40B4-BE49-F238E27FC236}">
                <a16:creationId xmlns:a16="http://schemas.microsoft.com/office/drawing/2014/main" id="{4DEAB5D0-485E-E64B-81A0-1BEB89130269}"/>
              </a:ext>
            </a:extLst>
          </p:cNvPr>
          <p:cNvSpPr/>
          <p:nvPr/>
        </p:nvSpPr>
        <p:spPr>
          <a:xfrm flipH="1" flipV="1">
            <a:off x="9498222" y="3105138"/>
            <a:ext cx="276810" cy="120790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13" name="Line" descr="Line with arrowhead">
            <a:extLst>
              <a:ext uri="{FF2B5EF4-FFF2-40B4-BE49-F238E27FC236}">
                <a16:creationId xmlns:a16="http://schemas.microsoft.com/office/drawing/2014/main" id="{C74A9E16-E91C-254E-95A3-59DC5AD5CD3B}"/>
              </a:ext>
            </a:extLst>
          </p:cNvPr>
          <p:cNvSpPr/>
          <p:nvPr/>
        </p:nvSpPr>
        <p:spPr>
          <a:xfrm flipV="1">
            <a:off x="8845359" y="3103289"/>
            <a:ext cx="537934" cy="951046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inheritance in cars"/>
          <p:cNvSpPr txBox="1">
            <a:spLocks noGrp="1"/>
          </p:cNvSpPr>
          <p:nvPr>
            <p:ph type="title"/>
          </p:nvPr>
        </p:nvSpPr>
        <p:spPr>
          <a:xfrm>
            <a:off x="1190625" y="0"/>
            <a:ext cx="9810750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inheritance in cars</a:t>
            </a:r>
          </a:p>
        </p:txBody>
      </p:sp>
      <p:sp>
        <p:nvSpPr>
          <p:cNvPr id="292" name="class picks up Car, gets all data/methods :…"/>
          <p:cNvSpPr txBox="1">
            <a:spLocks noGrp="1"/>
          </p:cNvSpPr>
          <p:nvPr>
            <p:ph type="body" idx="1"/>
          </p:nvPr>
        </p:nvSpPr>
        <p:spPr>
          <a:xfrm>
            <a:off x="76200" y="1281708"/>
            <a:ext cx="12249150" cy="4942103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/>
              <a:t>class picks up Car, gets all data/methods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class </a:t>
            </a:r>
            <a:r>
              <a:rPr sz="2200" err="1"/>
              <a:t>ElectricCar</a:t>
            </a:r>
            <a:r>
              <a:rPr sz="2200"/>
              <a:t>(</a:t>
            </a:r>
            <a:r>
              <a:rPr sz="2200">
                <a:solidFill>
                  <a:srgbClr val="FF2600"/>
                </a:solidFill>
              </a:rPr>
              <a:t>Car</a:t>
            </a:r>
            <a:r>
              <a:rPr sz="2200"/>
              <a:t>): 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"""Model an electric Car."""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def __</a:t>
            </a:r>
            <a:r>
              <a:rPr sz="2200" err="1"/>
              <a:t>init</a:t>
            </a:r>
            <a:r>
              <a:rPr sz="2200"/>
              <a:t>__(self, make, model):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>
                <a:solidFill>
                  <a:srgbClr val="0433FF"/>
                </a:solidFill>
              </a:rPr>
              <a:t>"""</a:t>
            </a:r>
            <a:r>
              <a:rPr sz="2200" err="1">
                <a:solidFill>
                  <a:srgbClr val="0433FF"/>
                </a:solidFill>
              </a:rPr>
              <a:t>Initialise</a:t>
            </a:r>
            <a:r>
              <a:rPr sz="2200">
                <a:solidFill>
                  <a:srgbClr val="0433FF"/>
                </a:solidFill>
              </a:rPr>
              <a:t> electric car"""</a:t>
            </a:r>
            <a:br>
              <a:rPr sz="2200">
                <a:solidFill>
                  <a:srgbClr val="0433FF"/>
                </a:solidFill>
              </a:rPr>
            </a:br>
            <a:r>
              <a:rPr sz="2200"/>
              <a:t>    </a:t>
            </a:r>
            <a:r>
              <a:rPr sz="2200">
                <a:solidFill>
                  <a:srgbClr val="FF2600"/>
                </a:solidFill>
              </a:rPr>
              <a:t>super().</a:t>
            </a:r>
            <a:r>
              <a:rPr sz="2200"/>
              <a:t>__</a:t>
            </a:r>
            <a:r>
              <a:rPr sz="2200" err="1"/>
              <a:t>init</a:t>
            </a:r>
            <a:r>
              <a:rPr sz="2200"/>
              <a:t>__(make, model):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 err="1"/>
              <a:t>self.battery_cap</a:t>
            </a:r>
            <a:r>
              <a:rPr sz="2200"/>
              <a:t> = 30   </a:t>
            </a:r>
            <a:r>
              <a:rPr sz="2200">
                <a:solidFill>
                  <a:srgbClr val="0433FF"/>
                </a:solidFill>
              </a:rPr>
              <a:t>#30 kWh battery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 err="1"/>
              <a:t>self.charge</a:t>
            </a:r>
            <a:r>
              <a:rPr sz="2200"/>
              <a:t> = 0        </a:t>
            </a:r>
            <a:r>
              <a:rPr sz="2200">
                <a:solidFill>
                  <a:srgbClr val="0433FF"/>
                </a:solidFill>
              </a:rPr>
              <a:t>#initial charge</a:t>
            </a:r>
            <a:br>
              <a:rPr sz="2200">
                <a:solidFill>
                  <a:srgbClr val="0433FF"/>
                </a:solidFill>
              </a:rPr>
            </a:br>
            <a:endParaRPr sz="2200">
              <a:solidFill>
                <a:srgbClr val="0433FF"/>
              </a:solidFill>
            </a:endParaRP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def charge(self):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>
                <a:solidFill>
                  <a:srgbClr val="0433FF"/>
                </a:solidFill>
              </a:rPr>
              <a:t>"""Fully charge battery"""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</a:t>
            </a:r>
            <a:r>
              <a:rPr sz="2200" err="1"/>
              <a:t>self.charge</a:t>
            </a:r>
            <a:r>
              <a:rPr sz="2200"/>
              <a:t> = </a:t>
            </a:r>
            <a:r>
              <a:rPr sz="2200" err="1"/>
              <a:t>self.battery_cap</a:t>
            </a:r>
            <a:endParaRPr sz="2200"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    print("Full!")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/>
              <a:t>def ... </a:t>
            </a:r>
            <a:r>
              <a:rPr sz="2200">
                <a:solidFill>
                  <a:srgbClr val="0433FF"/>
                </a:solidFill>
              </a:rPr>
              <a:t>#other functions and private vars</a:t>
            </a:r>
            <a:r>
              <a:rPr lang="en-GB" sz="2200">
                <a:solidFill>
                  <a:srgbClr val="0433FF"/>
                </a:solidFill>
              </a:rPr>
              <a:t> </a:t>
            </a:r>
          </a:p>
          <a:p>
            <a:r>
              <a:rPr lang="en-GB" sz="2200"/>
              <a:t>adds data and methods of own !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inheritance in cars"/>
          <p:cNvSpPr txBox="1">
            <a:spLocks noGrp="1"/>
          </p:cNvSpPr>
          <p:nvPr>
            <p:ph type="title"/>
          </p:nvPr>
        </p:nvSpPr>
        <p:spPr>
          <a:xfrm>
            <a:off x="1323975" y="0"/>
            <a:ext cx="9810750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rPr lang="en-GB"/>
              <a:t>I</a:t>
            </a:r>
            <a:r>
              <a:rPr err="1"/>
              <a:t>nheritance</a:t>
            </a:r>
            <a:r>
              <a:t> in cars</a:t>
            </a:r>
          </a:p>
        </p:txBody>
      </p:sp>
      <p:sp>
        <p:nvSpPr>
          <p:cNvPr id="295" name="so can do all that the previous objects can do :…"/>
          <p:cNvSpPr txBox="1">
            <a:spLocks noGrp="1"/>
          </p:cNvSpPr>
          <p:nvPr>
            <p:ph type="body" idx="1"/>
          </p:nvPr>
        </p:nvSpPr>
        <p:spPr>
          <a:xfrm>
            <a:off x="381001" y="1777008"/>
            <a:ext cx="11496674" cy="4942103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so can do all that the previous objects can do 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myOtherCar</a:t>
            </a:r>
            <a:r>
              <a:t> = </a:t>
            </a:r>
            <a:r>
              <a:rPr err="1"/>
              <a:t>ElectricCar</a:t>
            </a:r>
            <a:r>
              <a:t>('</a:t>
            </a:r>
            <a:r>
              <a:rPr err="1"/>
              <a:t>nissan</a:t>
            </a:r>
            <a:r>
              <a:t>', 'leaf')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myOtherCar.make</a:t>
            </a:r>
            <a:r>
              <a:t>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myOtherCar.model</a:t>
            </a:r>
            <a:r>
              <a:t>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r>
              <a:t>plus !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myOtherCar.charge</a:t>
            </a:r>
            <a:r>
              <a:t>() </a:t>
            </a:r>
            <a:r>
              <a:rPr>
                <a:solidFill>
                  <a:srgbClr val="0433FF"/>
                </a:solidFill>
              </a:rPr>
              <a:t># this bit added in class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myOtherCar.fillup</a:t>
            </a:r>
            <a:r>
              <a:t>()</a:t>
            </a:r>
            <a:r>
              <a:rPr>
                <a:solidFill>
                  <a:srgbClr val="0433FF"/>
                </a:solidFill>
              </a:rPr>
              <a:t> # oops, still works !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print(</a:t>
            </a:r>
            <a:r>
              <a:rPr err="1"/>
              <a:t>myOtherCar.fuel_type</a:t>
            </a:r>
            <a:r>
              <a:t>)</a:t>
            </a:r>
            <a:r>
              <a:rPr>
                <a:solidFill>
                  <a:srgbClr val="0433FF"/>
                </a:solidFill>
              </a:rPr>
              <a:t> #still petrol 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inheritance in cars"/>
          <p:cNvSpPr txBox="1">
            <a:spLocks noGrp="1"/>
          </p:cNvSpPr>
          <p:nvPr>
            <p:ph type="title"/>
          </p:nvPr>
        </p:nvSpPr>
        <p:spPr>
          <a:xfrm>
            <a:off x="2671761" y="41077"/>
            <a:ext cx="7115175" cy="173593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inheritance in cars</a:t>
            </a:r>
          </a:p>
        </p:txBody>
      </p:sp>
      <p:sp>
        <p:nvSpPr>
          <p:cNvPr id="298" name="so need to override methods from parent class :…"/>
          <p:cNvSpPr txBox="1">
            <a:spLocks noGrp="1"/>
          </p:cNvSpPr>
          <p:nvPr>
            <p:ph type="body" idx="1"/>
          </p:nvPr>
        </p:nvSpPr>
        <p:spPr>
          <a:xfrm>
            <a:off x="590550" y="1777008"/>
            <a:ext cx="11277599" cy="4942103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so need to override methods from parent class 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def </a:t>
            </a:r>
            <a:r>
              <a:rPr err="1"/>
              <a:t>fillup</a:t>
            </a:r>
            <a:r>
              <a:t>(self):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0433FF"/>
                </a:solidFill>
              </a:rPr>
              <a:t>"""Not on an electric car."""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print("No fuel tank!")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)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/>
          </a:p>
          <a:p>
            <a:r>
              <a:t>and need to override data from parent class !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err="1"/>
              <a:t>fuel_type</a:t>
            </a:r>
            <a:r>
              <a:t> = 'electricity'</a:t>
            </a:r>
            <a:r>
              <a:rPr>
                <a:solidFill>
                  <a:srgbClr val="0433FF"/>
                </a:solidFill>
              </a:rPr>
              <a:t> 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other classy info"/>
          <p:cNvSpPr txBox="1">
            <a:spLocks noGrp="1"/>
          </p:cNvSpPr>
          <p:nvPr>
            <p:ph type="title"/>
          </p:nvPr>
        </p:nvSpPr>
        <p:spPr>
          <a:xfrm>
            <a:off x="1190625" y="0"/>
            <a:ext cx="9810750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other classy info</a:t>
            </a:r>
          </a:p>
        </p:txBody>
      </p:sp>
      <p:sp>
        <p:nvSpPr>
          <p:cNvPr id="301" name="the data that a class defines, and which are therefore properties of objects, can be classes themselves.…"/>
          <p:cNvSpPr txBox="1">
            <a:spLocks noGrp="1"/>
          </p:cNvSpPr>
          <p:nvPr>
            <p:ph type="body" idx="1"/>
          </p:nvPr>
        </p:nvSpPr>
        <p:spPr>
          <a:xfrm>
            <a:off x="266700" y="1777008"/>
            <a:ext cx="11410949" cy="4942103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the data that a class defines, and which are therefore properties of objects, can be classes themselves.</a:t>
            </a:r>
          </a:p>
          <a:p>
            <a:pPr marL="401822"/>
            <a:r>
              <a:t>a car Class, and all the Car objects instantiated from it can contain data which are themselves objects (indeed in python, all the strings and numbers already are)</a:t>
            </a:r>
          </a:p>
          <a:p>
            <a:pPr marL="401822"/>
            <a:r>
              <a:t>you can of course have Lists of Cars, and Dictionaries with keyword, Car pairs !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other classy inf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other classy info</a:t>
            </a:r>
          </a:p>
        </p:txBody>
      </p:sp>
      <p:sp>
        <p:nvSpPr>
          <p:cNvPr id="304" name="Classes are great, but you end up with large text files of code. Usually these are stored separately as .py modules.…"/>
          <p:cNvSpPr txBox="1">
            <a:spLocks noGrp="1"/>
          </p:cNvSpPr>
          <p:nvPr>
            <p:ph type="body" idx="1"/>
          </p:nvPr>
        </p:nvSpPr>
        <p:spPr>
          <a:xfrm>
            <a:off x="419101" y="1777008"/>
            <a:ext cx="11287124" cy="4942103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Classes are great, but you end up with large text files of code. Usually these are stored separately as .</a:t>
            </a:r>
            <a:r>
              <a:rPr err="1"/>
              <a:t>py</a:t>
            </a:r>
            <a:r>
              <a:t> modules.</a:t>
            </a:r>
          </a:p>
          <a:p>
            <a:pPr marL="401822"/>
            <a:r>
              <a:t>So then you can do 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from car import Car, </a:t>
            </a:r>
            <a:r>
              <a:rPr err="1"/>
              <a:t>ElectricCar</a:t>
            </a:r>
            <a:endParaRPr/>
          </a:p>
          <a:p>
            <a:pPr marL="401822"/>
            <a:r>
              <a:t>or :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import car   </a:t>
            </a:r>
            <a:r>
              <a:rPr>
                <a:solidFill>
                  <a:srgbClr val="0433FF"/>
                </a:solidFill>
              </a:rPr>
              <a:t># file saved as car.py</a:t>
            </a:r>
          </a:p>
          <a:p>
            <a:pPr marL="401822"/>
            <a:r>
              <a:t>to import the module and start using the objects therein.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More on inheritanc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More on inheritance</a:t>
            </a:r>
          </a:p>
        </p:txBody>
      </p:sp>
      <p:sp>
        <p:nvSpPr>
          <p:cNvPr id="307" name="You've already seen this,  but just to give extra insight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You've already seen this, </a:t>
            </a:r>
            <a:br/>
            <a:r>
              <a:t>but just to give extra insight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ap - Inherit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Recap - Inheritance</a:t>
            </a:r>
          </a:p>
        </p:txBody>
      </p:sp>
      <p:sp>
        <p:nvSpPr>
          <p:cNvPr id="310" name="Think of the phrase 'is a'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Think of the phrase '</a:t>
            </a:r>
            <a:r>
              <a:rPr i="1"/>
              <a:t>is a</a:t>
            </a:r>
            <a:r>
              <a:t>'</a:t>
            </a:r>
          </a:p>
          <a:p>
            <a:r>
              <a:t>So a pigeon </a:t>
            </a:r>
            <a:r>
              <a:rPr i="1"/>
              <a:t>is a</a:t>
            </a:r>
            <a:r>
              <a:t> bird. So the base/super/parent class is the bird and the inherited/sub/child/derived class is a pigeon. </a:t>
            </a:r>
          </a:p>
          <a:p>
            <a:r>
              <a:t>a pigeon can access all the data types and employ all the functions of a bird.</a:t>
            </a:r>
          </a:p>
          <a:p>
            <a:r>
              <a:t>Be careful - for instance </a:t>
            </a:r>
            <a:r>
              <a:rPr i="1"/>
              <a:t>flight </a:t>
            </a:r>
            <a:r>
              <a:t>is not for all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ap - Inherit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Recap - Inheritance</a:t>
            </a:r>
          </a:p>
        </p:txBody>
      </p:sp>
      <p:sp>
        <p:nvSpPr>
          <p:cNvPr id="313" name="Not all birds fly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 all birds fly.</a:t>
            </a:r>
          </a:p>
          <a:p>
            <a:r>
              <a:t>So the </a:t>
            </a:r>
            <a:r>
              <a:rPr i="1"/>
              <a:t>base</a:t>
            </a:r>
            <a:r>
              <a:t> might be a bird (wings, flapping)</a:t>
            </a:r>
          </a:p>
          <a:p>
            <a:r>
              <a:t>And a subclass might be a non-flightless bird (add airspeed, levitation)</a:t>
            </a:r>
          </a:p>
          <a:p>
            <a:r>
              <a:t>And a sub-subclass could be a pigeon. (add dirt, annoying commuters)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What Inheritance isn'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73F9B"/>
                </a:solidFill>
              </a:defRPr>
            </a:lvl1pPr>
          </a:lstStyle>
          <a:p>
            <a:r>
              <a:t>What Inheritance isn't</a:t>
            </a:r>
          </a:p>
        </p:txBody>
      </p:sp>
      <p:sp>
        <p:nvSpPr>
          <p:cNvPr id="316" name="Just flag another sort of relationship 'has a'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Just flag another sort of relationship '</a:t>
            </a:r>
            <a:r>
              <a:rPr i="1"/>
              <a:t>has a</a:t>
            </a:r>
            <a:r>
              <a:t>'</a:t>
            </a:r>
          </a:p>
          <a:p>
            <a:r>
              <a:t>A car </a:t>
            </a:r>
            <a:r>
              <a:rPr i="1"/>
              <a:t>has an</a:t>
            </a:r>
            <a:r>
              <a:t> engine, wheels, seats, ...</a:t>
            </a:r>
          </a:p>
          <a:p>
            <a:r>
              <a:t>The car class does not 'inherit' in the same way we have been discussing. </a:t>
            </a:r>
          </a:p>
          <a:p>
            <a:r>
              <a:t>But as explained, we can make a car class with </a:t>
            </a:r>
            <a:r>
              <a:rPr i="1"/>
              <a:t>data</a:t>
            </a:r>
            <a:r>
              <a:t> which are themselves objects of class engine, ...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8F30531-16BE-1D4A-839A-4165196E5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5652120" y="4237877"/>
            <a:chExt cx="3413095" cy="85415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2BC779-2AC3-3641-A89B-2FE2861B804B}"/>
                </a:ext>
              </a:extLst>
            </p:cNvPr>
            <p:cNvSpPr txBox="1"/>
            <p:nvPr/>
          </p:nvSpPr>
          <p:spPr>
            <a:xfrm>
              <a:off x="5652120" y="4237877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B7AFC7-4175-6442-9F4D-48AB39DA3335}"/>
                </a:ext>
              </a:extLst>
            </p:cNvPr>
            <p:cNvSpPr txBox="1"/>
            <p:nvPr/>
          </p:nvSpPr>
          <p:spPr>
            <a:xfrm>
              <a:off x="6365423" y="4630365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F23C76-7323-9246-828B-CE7B4F0B6ACB}"/>
                </a:ext>
              </a:extLst>
            </p:cNvPr>
            <p:cNvGrpSpPr/>
            <p:nvPr/>
          </p:nvGrpSpPr>
          <p:grpSpPr>
            <a:xfrm>
              <a:off x="5868144" y="4759697"/>
              <a:ext cx="870873" cy="246401"/>
              <a:chOff x="-704667" y="465075"/>
              <a:chExt cx="718929" cy="20341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DA074F8-3E2D-4044-BD93-0EE72365F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468635" y="466885"/>
                <a:ext cx="242653" cy="2016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B162D4C-911F-884F-8B17-FF2DA1BA8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187338" y="466885"/>
                <a:ext cx="201600" cy="2016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43EFC0B-FA40-FC40-8378-CA0BB8B80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704667" y="465075"/>
                <a:ext cx="197388" cy="197388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br>
              <a:rPr lang="en-GB">
                <a:solidFill>
                  <a:schemeClr val="bg1"/>
                </a:solidFill>
              </a:rPr>
            </a:br>
            <a:br>
              <a:rPr lang="en-GB">
                <a:solidFill>
                  <a:schemeClr val="bg1"/>
                </a:solidFill>
              </a:rPr>
            </a:br>
            <a:r>
              <a:rPr lang="en-GB">
                <a:solidFill>
                  <a:schemeClr val="bg1"/>
                </a:solidFill>
              </a:rPr>
              <a:t>Thank you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3_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3.xml><?xml version="1.0" encoding="utf-8"?>
<a:theme xmlns:a="http://schemas.openxmlformats.org/drawingml/2006/main" name="2_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4.xml><?xml version="1.0" encoding="utf-8"?>
<a:theme xmlns:a="http://schemas.openxmlformats.org/drawingml/2006/main" name="1_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5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C3477AF0C32F4CAC49E6EEAF05E6C3" ma:contentTypeVersion="12" ma:contentTypeDescription="Create a new document." ma:contentTypeScope="" ma:versionID="1ba8c17be94dcb5b75e979095227705f">
  <xsd:schema xmlns:xsd="http://www.w3.org/2001/XMLSchema" xmlns:xs="http://www.w3.org/2001/XMLSchema" xmlns:p="http://schemas.microsoft.com/office/2006/metadata/properties" xmlns:ns2="81be7cfd-548d-4303-8097-97bebd0ee4cc" xmlns:ns3="b234acbb-5041-4803-ac76-ed67d5f310b1" targetNamespace="http://schemas.microsoft.com/office/2006/metadata/properties" ma:root="true" ma:fieldsID="06216d9f205773ea0cf57edb98145fa9" ns2:_="" ns3:_="">
    <xsd:import namespace="81be7cfd-548d-4303-8097-97bebd0ee4cc"/>
    <xsd:import namespace="b234acbb-5041-4803-ac76-ed67d5f310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e7cfd-548d-4303-8097-97bebd0ee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34acbb-5041-4803-ac76-ed67d5f310b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f04b43c-2349-433e-a3f0-740142a8de10}" ma:internalName="TaxCatchAll" ma:showField="CatchAllData" ma:web="b234acbb-5041-4803-ac76-ed67d5f310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be7cfd-548d-4303-8097-97bebd0ee4cc">
      <Terms xmlns="http://schemas.microsoft.com/office/infopath/2007/PartnerControls"/>
    </lcf76f155ced4ddcb4097134ff3c332f>
    <TaxCatchAll xmlns="b234acbb-5041-4803-ac76-ed67d5f310b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44FE09-F4E0-4D42-9FA0-168B60F8D423}"/>
</file>

<file path=customXml/itemProps2.xml><?xml version="1.0" encoding="utf-8"?>
<ds:datastoreItem xmlns:ds="http://schemas.openxmlformats.org/officeDocument/2006/customXml" ds:itemID="{1DD09522-5214-4079-B403-19D2BE91B2B8}">
  <ds:schemaRefs>
    <ds:schemaRef ds:uri="81be7cfd-548d-4303-8097-97bebd0ee4cc"/>
    <ds:schemaRef ds:uri="b234acbb-5041-4803-ac76-ed67d5f310b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BE4147E-04FF-4773-B624-83FE471220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52</Slides>
  <Notes>4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Office Theme</vt:lpstr>
      <vt:lpstr>3_Office Theme</vt:lpstr>
      <vt:lpstr>2_Office Theme</vt:lpstr>
      <vt:lpstr>1_Office Theme</vt:lpstr>
      <vt:lpstr>White</vt:lpstr>
      <vt:lpstr>Professor David Flynn </vt:lpstr>
      <vt:lpstr>More Functions &amp; Objects</vt:lpstr>
      <vt:lpstr>writing functions</vt:lpstr>
      <vt:lpstr>Reminder</vt:lpstr>
      <vt:lpstr>Functions - calling</vt:lpstr>
      <vt:lpstr>Functions – calling – In class example</vt:lpstr>
      <vt:lpstr>Multiple function inputs</vt:lpstr>
      <vt:lpstr>Positional inputs</vt:lpstr>
      <vt:lpstr>Keyword inputs</vt:lpstr>
      <vt:lpstr>Default inputs</vt:lpstr>
      <vt:lpstr>better default example </vt:lpstr>
      <vt:lpstr>Avoid changing inputs</vt:lpstr>
      <vt:lpstr>function outputs</vt:lpstr>
      <vt:lpstr>function outputs</vt:lpstr>
      <vt:lpstr>Documentation strings</vt:lpstr>
      <vt:lpstr>IMPORTANT - STRINGS</vt:lpstr>
      <vt:lpstr>PowerPoint Presentation</vt:lpstr>
      <vt:lpstr>Strings can get very long though…</vt:lpstr>
      <vt:lpstr>PowerPoint Presentation</vt:lpstr>
      <vt:lpstr>Strings Example</vt:lpstr>
      <vt:lpstr>additional functionality</vt:lpstr>
      <vt:lpstr>Lists as input</vt:lpstr>
      <vt:lpstr>lists as input</vt:lpstr>
      <vt:lpstr>lists as input</vt:lpstr>
      <vt:lpstr>tuple as final input</vt:lpstr>
      <vt:lpstr>Dictionary as input</vt:lpstr>
      <vt:lpstr>Object Oriented Programming</vt:lpstr>
      <vt:lpstr>recap</vt:lpstr>
      <vt:lpstr>Recap structure...</vt:lpstr>
      <vt:lpstr>Recap structure...</vt:lpstr>
      <vt:lpstr>Classes / Objects</vt:lpstr>
      <vt:lpstr>Classes / Objects</vt:lpstr>
      <vt:lpstr>Classes / Objects</vt:lpstr>
      <vt:lpstr>Classes / Objects</vt:lpstr>
      <vt:lpstr>Classes / Objects</vt:lpstr>
      <vt:lpstr>Constructor</vt:lpstr>
      <vt:lpstr>Modifying attributes</vt:lpstr>
      <vt:lpstr>Class methods</vt:lpstr>
      <vt:lpstr>factory functions</vt:lpstr>
      <vt:lpstr>Inheritance</vt:lpstr>
      <vt:lpstr>Inheritance</vt:lpstr>
      <vt:lpstr>Inheritance</vt:lpstr>
      <vt:lpstr>inheritance in cars</vt:lpstr>
      <vt:lpstr>Inheritance in cars</vt:lpstr>
      <vt:lpstr>inheritance in cars</vt:lpstr>
      <vt:lpstr>other classy info</vt:lpstr>
      <vt:lpstr>other classy info</vt:lpstr>
      <vt:lpstr>More on inheritance</vt:lpstr>
      <vt:lpstr>Recap - Inheritance</vt:lpstr>
      <vt:lpstr>Recap - Inheritance</vt:lpstr>
      <vt:lpstr>What Inheritance isn't</vt:lpstr>
      <vt:lpstr>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Howard</dc:creator>
  <cp:revision>3</cp:revision>
  <dcterms:created xsi:type="dcterms:W3CDTF">2021-01-06T14:22:07Z</dcterms:created>
  <dcterms:modified xsi:type="dcterms:W3CDTF">2023-10-26T15:36:07Z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0x01010074C3477AF0C32F4CAC49E6EEAF05E6C3</vt:lpwstr>
  </property>
  <property fmtid="{D5CDD505-2E9C-101B-9397-08002B2CF9AE}" pid="3" name="MediaServiceImageTags">
    <vt:lpwstr/>
  </property>
</Properties>
</file>